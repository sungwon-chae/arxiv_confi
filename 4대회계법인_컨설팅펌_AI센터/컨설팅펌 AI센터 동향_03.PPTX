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8" r:id="rId2"/>
  </p:sldMasterIdLst>
  <p:notesMasterIdLst>
    <p:notesMasterId r:id="rId7"/>
  </p:notesMasterIdLst>
  <p:handoutMasterIdLst>
    <p:handoutMasterId r:id="rId8"/>
  </p:handoutMasterIdLst>
  <p:sldIdLst>
    <p:sldId id="835" r:id="rId3"/>
    <p:sldId id="851" r:id="rId4"/>
    <p:sldId id="852" r:id="rId5"/>
    <p:sldId id="853" r:id="rId6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120">
          <p15:clr>
            <a:srgbClr val="A4A3A4"/>
          </p15:clr>
        </p15:guide>
        <p15:guide id="3" orient="horz" pos="1344" userDrawn="1">
          <p15:clr>
            <a:srgbClr val="A4A3A4"/>
          </p15:clr>
        </p15:guide>
        <p15:guide id="4" pos="10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uyoung.choi" initials="y" lastIdx="14" clrIdx="0">
    <p:extLst>
      <p:ext uri="{19B8F6BF-5375-455C-9EA6-DF929625EA0E}">
        <p15:presenceInfo xmlns:p15="http://schemas.microsoft.com/office/powerpoint/2012/main" userId="S-1-5-21-507921405-651377827-682003330-341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8E6"/>
    <a:srgbClr val="0000FF"/>
    <a:srgbClr val="FFFFFF"/>
    <a:srgbClr val="7F7F7F"/>
    <a:srgbClr val="C3A00A"/>
    <a:srgbClr val="EAE5DA"/>
    <a:srgbClr val="FF6237"/>
    <a:srgbClr val="B9B9B9"/>
    <a:srgbClr val="E2DBCC"/>
    <a:srgbClr val="F3D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1" autoAdjust="0"/>
    <p:restoredTop sz="97384" autoAdjust="0"/>
  </p:normalViewPr>
  <p:slideViewPr>
    <p:cSldViewPr>
      <p:cViewPr>
        <p:scale>
          <a:sx n="150" d="100"/>
          <a:sy n="150" d="100"/>
        </p:scale>
        <p:origin x="1590" y="318"/>
      </p:cViewPr>
      <p:guideLst>
        <p:guide pos="3120"/>
        <p:guide orient="horz" pos="1344"/>
        <p:guide pos="1079"/>
      </p:guideLst>
    </p:cSldViewPr>
  </p:slideViewPr>
  <p:outlineViewPr>
    <p:cViewPr>
      <p:scale>
        <a:sx n="33" d="100"/>
        <a:sy n="33" d="100"/>
      </p:scale>
      <p:origin x="0" y="-55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894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54B14-3BBF-40A0-9501-F27F1AF7C14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86701-9E7E-4144-848A-8F882AD212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7376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5DD33-54FE-4674-85BA-C6F6581347B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666B3-F3C8-434C-BC61-2A936BB31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86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666B3-F3C8-434C-BC61-2A936BB31C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606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666B3-F3C8-434C-BC61-2A936BB31C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008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666B3-F3C8-434C-BC61-2A936BB31CD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414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7666B3-F3C8-434C-BC61-2A936BB31CD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87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 슬라이드_옵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6022ACB-5B7E-48DC-96E6-2C11EF8B94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906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839602"/>
            <a:ext cx="8420100" cy="184546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latinLnBrk="0">
              <a:spcAft>
                <a:spcPts val="600"/>
              </a:spcAft>
              <a:defRPr lang="en-US" sz="3800" spc="-10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n-ea"/>
                <a:cs typeface="Calibri" pitchFamily="34" charset="0"/>
              </a:defRPr>
            </a:lvl1pPr>
          </a:lstStyle>
          <a:p>
            <a:pPr lvl="0" defTabSz="914354" latinLnBrk="0">
              <a:lnSpc>
                <a:spcPct val="11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9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42950" y="3970802"/>
            <a:ext cx="8420100" cy="409575"/>
          </a:xfrm>
        </p:spPr>
        <p:txBody>
          <a:bodyPr lIns="0" anchor="ctr">
            <a:normAutofit/>
          </a:bodyPr>
          <a:lstStyle>
            <a:lvl1pPr marL="0" indent="0" latinLnBrk="0">
              <a:spcAft>
                <a:spcPts val="600"/>
              </a:spcAft>
              <a:buFontTx/>
              <a:buNone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30329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 슬라이드_옵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4C532D8-2657-4B0C-A5CA-34829AF23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905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238402"/>
            <a:ext cx="8420100" cy="184546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latinLnBrk="0">
              <a:spcAft>
                <a:spcPts val="600"/>
              </a:spcAft>
              <a:defRPr lang="en-US" sz="3800" spc="-10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lvl="0" defTabSz="914354" latinLnBrk="0">
              <a:lnSpc>
                <a:spcPct val="11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9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42950" y="3369602"/>
            <a:ext cx="8420100" cy="409575"/>
          </a:xfrm>
        </p:spPr>
        <p:txBody>
          <a:bodyPr lIns="0" anchor="ctr">
            <a:normAutofit/>
          </a:bodyPr>
          <a:lstStyle>
            <a:lvl1pPr marL="0" indent="0" latinLnBrk="0">
              <a:spcAft>
                <a:spcPts val="600"/>
              </a:spcAft>
              <a:buFontTx/>
              <a:buNone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7371021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 슬라이드_옵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7FBE79-470B-4F7C-888F-BDDEB1D65D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9906000" cy="6857999"/>
          </a:xfrm>
          <a:prstGeom prst="rect">
            <a:avLst/>
          </a:prstGeom>
        </p:spPr>
      </p:pic>
      <p:pic>
        <p:nvPicPr>
          <p:cNvPr id="5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742950" y="853200"/>
            <a:ext cx="8420100" cy="163982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latinLnBrk="0">
              <a:spcAft>
                <a:spcPts val="600"/>
              </a:spcAft>
              <a:defRPr lang="en-US" sz="3800" spc="-10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lvl="0" defTabSz="914354" latinLnBrk="0">
              <a:lnSpc>
                <a:spcPct val="11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42950" y="2775602"/>
            <a:ext cx="8420100" cy="409575"/>
          </a:xfrm>
        </p:spPr>
        <p:txBody>
          <a:bodyPr lIns="0" anchor="ctr">
            <a:normAutofit/>
          </a:bodyPr>
          <a:lstStyle>
            <a:lvl1pPr marL="0" indent="0" latinLnBrk="0">
              <a:spcAft>
                <a:spcPts val="600"/>
              </a:spcAft>
              <a:buFontTx/>
              <a:buNone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7113307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 슬라이드_옵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E30C7B-830E-4E29-B842-34E956302C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742950" y="1883164"/>
            <a:ext cx="8420100" cy="184546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latinLnBrk="0">
              <a:spcAft>
                <a:spcPts val="600"/>
              </a:spcAft>
              <a:defRPr lang="en-US" sz="3800" spc="-10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lvl="0" defTabSz="914354" latinLnBrk="0">
              <a:lnSpc>
                <a:spcPct val="11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42950" y="4010402"/>
            <a:ext cx="8420100" cy="409575"/>
          </a:xfrm>
        </p:spPr>
        <p:txBody>
          <a:bodyPr lIns="0" anchor="ctr">
            <a:normAutofit/>
          </a:bodyPr>
          <a:lstStyle>
            <a:lvl1pPr marL="0" indent="0" latinLnBrk="0">
              <a:spcAft>
                <a:spcPts val="600"/>
              </a:spcAft>
              <a:buFontTx/>
              <a:buNone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39343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D4D245E-E773-4365-8B4C-41B85DE2DA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79568" y="1493838"/>
            <a:ext cx="1534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Calibri" pitchFamily="34" charset="0"/>
              </a:rPr>
              <a:t>목 차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5253317" y="1493840"/>
            <a:ext cx="4236758" cy="4598987"/>
          </a:xfrm>
        </p:spPr>
        <p:txBody>
          <a:bodyPr anchor="ctr">
            <a:normAutofit/>
          </a:bodyPr>
          <a:lstStyle>
            <a:lvl1pPr marL="514350" indent="-514350" latinLnBrk="0">
              <a:lnSpc>
                <a:spcPct val="110000"/>
              </a:lnSpc>
              <a:spcAft>
                <a:spcPts val="1200"/>
              </a:spcAft>
              <a:buFont typeface="+mj-lt"/>
              <a:buAutoNum type="romanUcPeriod"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21172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메인간지_옵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80A4367-F24D-4E8E-BB2E-ACEB977916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2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15926" y="1685365"/>
            <a:ext cx="9075600" cy="213727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0" numCol="1" rtlCol="0" anchor="ctr" anchorCtr="0" compatLnSpc="1">
            <a:prstTxWarp prst="textNoShape">
              <a:avLst/>
            </a:prstTxWarp>
            <a:normAutofit/>
          </a:bodyPr>
          <a:lstStyle>
            <a:lvl1pPr algn="ctr" latinLnBrk="0">
              <a:lnSpc>
                <a:spcPct val="110000"/>
              </a:lnSpc>
              <a:spcAft>
                <a:spcPts val="600"/>
              </a:spcAft>
              <a:defRPr lang="ko-KR" altLang="en-US" sz="3200" spc="-5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2851243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서브 간지_옵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4D245E-E773-4365-8B4C-41B85DE2DA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제목 6"/>
          <p:cNvSpPr>
            <a:spLocks noGrp="1"/>
          </p:cNvSpPr>
          <p:nvPr>
            <p:ph type="title"/>
          </p:nvPr>
        </p:nvSpPr>
        <p:spPr>
          <a:xfrm>
            <a:off x="415926" y="2008094"/>
            <a:ext cx="9075600" cy="229821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0" numCol="1" rtlCol="0" anchor="ctr" anchorCtr="0" compatLnSpc="1">
            <a:prstTxWarp prst="textNoShape">
              <a:avLst/>
            </a:prstTxWarp>
            <a:normAutofit/>
          </a:bodyPr>
          <a:lstStyle>
            <a:lvl1pPr algn="ctr" latinLnBrk="0">
              <a:lnSpc>
                <a:spcPct val="110000"/>
              </a:lnSpc>
              <a:spcAft>
                <a:spcPts val="600"/>
              </a:spcAft>
              <a:defRPr lang="ko-KR" altLang="en-US" sz="2800" b="0" spc="-5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7179515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메인 간지_옵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 userDrawn="1"/>
        </p:nvGrpSpPr>
        <p:grpSpPr>
          <a:xfrm>
            <a:off x="7480300" y="-9526"/>
            <a:ext cx="2425791" cy="6867526"/>
            <a:chOff x="7185923" y="-9526"/>
            <a:chExt cx="2720168" cy="6867526"/>
          </a:xfrm>
        </p:grpSpPr>
        <p:sp>
          <p:nvSpPr>
            <p:cNvPr id="17" name="자유형 16"/>
            <p:cNvSpPr/>
            <p:nvPr/>
          </p:nvSpPr>
          <p:spPr>
            <a:xfrm>
              <a:off x="7934800" y="-9526"/>
              <a:ext cx="1971291" cy="6867526"/>
            </a:xfrm>
            <a:custGeom>
              <a:avLst/>
              <a:gdLst>
                <a:gd name="connsiteX0" fmla="*/ 1250462 w 2032000"/>
                <a:gd name="connsiteY0" fmla="*/ 0 h 6858002"/>
                <a:gd name="connsiteX1" fmla="*/ 2032000 w 2032000"/>
                <a:gd name="connsiteY1" fmla="*/ 0 h 6858002"/>
                <a:gd name="connsiteX2" fmla="*/ 2022325 w 2032000"/>
                <a:gd name="connsiteY2" fmla="*/ 6858002 h 6858002"/>
                <a:gd name="connsiteX3" fmla="*/ 301332 w 2032000"/>
                <a:gd name="connsiteY3" fmla="*/ 6858002 h 6858002"/>
                <a:gd name="connsiteX4" fmla="*/ 0 w 2032000"/>
                <a:gd name="connsiteY4" fmla="*/ 4962525 h 6858002"/>
                <a:gd name="connsiteX5" fmla="*/ 1250462 w 2032000"/>
                <a:gd name="connsiteY5" fmla="*/ 0 h 6858002"/>
                <a:gd name="connsiteX0" fmla="*/ 1250462 w 2032000"/>
                <a:gd name="connsiteY0" fmla="*/ 0 h 6858002"/>
                <a:gd name="connsiteX1" fmla="*/ 2032000 w 2032000"/>
                <a:gd name="connsiteY1" fmla="*/ 0 h 6858002"/>
                <a:gd name="connsiteX2" fmla="*/ 2022325 w 2032000"/>
                <a:gd name="connsiteY2" fmla="*/ 6858002 h 6858002"/>
                <a:gd name="connsiteX3" fmla="*/ 301332 w 2032000"/>
                <a:gd name="connsiteY3" fmla="*/ 6858002 h 6858002"/>
                <a:gd name="connsiteX4" fmla="*/ 0 w 2032000"/>
                <a:gd name="connsiteY4" fmla="*/ 4962525 h 6858002"/>
                <a:gd name="connsiteX5" fmla="*/ 1250462 w 2032000"/>
                <a:gd name="connsiteY5" fmla="*/ 0 h 6858002"/>
                <a:gd name="connsiteX0" fmla="*/ 1250462 w 2032094"/>
                <a:gd name="connsiteY0" fmla="*/ 0 h 6858002"/>
                <a:gd name="connsiteX1" fmla="*/ 2032000 w 2032094"/>
                <a:gd name="connsiteY1" fmla="*/ 0 h 6858002"/>
                <a:gd name="connsiteX2" fmla="*/ 2032094 w 2032094"/>
                <a:gd name="connsiteY2" fmla="*/ 6858002 h 6858002"/>
                <a:gd name="connsiteX3" fmla="*/ 301332 w 2032094"/>
                <a:gd name="connsiteY3" fmla="*/ 6858002 h 6858002"/>
                <a:gd name="connsiteX4" fmla="*/ 0 w 2032094"/>
                <a:gd name="connsiteY4" fmla="*/ 4962525 h 6858002"/>
                <a:gd name="connsiteX5" fmla="*/ 1250462 w 2032094"/>
                <a:gd name="connsiteY5" fmla="*/ 0 h 6858002"/>
                <a:gd name="connsiteX0" fmla="*/ 1242647 w 2024279"/>
                <a:gd name="connsiteY0" fmla="*/ 0 h 6858002"/>
                <a:gd name="connsiteX1" fmla="*/ 2024185 w 2024279"/>
                <a:gd name="connsiteY1" fmla="*/ 0 h 6858002"/>
                <a:gd name="connsiteX2" fmla="*/ 2024279 w 2024279"/>
                <a:gd name="connsiteY2" fmla="*/ 6858002 h 6858002"/>
                <a:gd name="connsiteX3" fmla="*/ 293517 w 2024279"/>
                <a:gd name="connsiteY3" fmla="*/ 6858002 h 6858002"/>
                <a:gd name="connsiteX4" fmla="*/ 0 w 2024279"/>
                <a:gd name="connsiteY4" fmla="*/ 4962525 h 6858002"/>
                <a:gd name="connsiteX5" fmla="*/ 1242647 w 2024279"/>
                <a:gd name="connsiteY5" fmla="*/ 0 h 6858002"/>
                <a:gd name="connsiteX0" fmla="*/ 1235320 w 2016952"/>
                <a:gd name="connsiteY0" fmla="*/ 0 h 6858002"/>
                <a:gd name="connsiteX1" fmla="*/ 2016858 w 2016952"/>
                <a:gd name="connsiteY1" fmla="*/ 0 h 6858002"/>
                <a:gd name="connsiteX2" fmla="*/ 2016952 w 2016952"/>
                <a:gd name="connsiteY2" fmla="*/ 6858002 h 6858002"/>
                <a:gd name="connsiteX3" fmla="*/ 286190 w 2016952"/>
                <a:gd name="connsiteY3" fmla="*/ 6858002 h 6858002"/>
                <a:gd name="connsiteX4" fmla="*/ 0 w 2016952"/>
                <a:gd name="connsiteY4" fmla="*/ 4960147 h 6858002"/>
                <a:gd name="connsiteX5" fmla="*/ 1235320 w 2016952"/>
                <a:gd name="connsiteY5" fmla="*/ 0 h 6858002"/>
                <a:gd name="connsiteX0" fmla="*/ 1240205 w 2021837"/>
                <a:gd name="connsiteY0" fmla="*/ 0 h 6858002"/>
                <a:gd name="connsiteX1" fmla="*/ 2021743 w 2021837"/>
                <a:gd name="connsiteY1" fmla="*/ 0 h 6858002"/>
                <a:gd name="connsiteX2" fmla="*/ 2021837 w 2021837"/>
                <a:gd name="connsiteY2" fmla="*/ 6858002 h 6858002"/>
                <a:gd name="connsiteX3" fmla="*/ 291075 w 2021837"/>
                <a:gd name="connsiteY3" fmla="*/ 6858002 h 6858002"/>
                <a:gd name="connsiteX4" fmla="*/ 0 w 2021837"/>
                <a:gd name="connsiteY4" fmla="*/ 4953015 h 6858002"/>
                <a:gd name="connsiteX5" fmla="*/ 1240205 w 2021837"/>
                <a:gd name="connsiteY5" fmla="*/ 0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1837" h="6858002">
                  <a:moveTo>
                    <a:pt x="1240205" y="0"/>
                  </a:moveTo>
                  <a:lnTo>
                    <a:pt x="2021743" y="0"/>
                  </a:lnTo>
                  <a:cubicBezTo>
                    <a:pt x="2021774" y="2286001"/>
                    <a:pt x="2021806" y="4572001"/>
                    <a:pt x="2021837" y="6858002"/>
                  </a:cubicBezTo>
                  <a:lnTo>
                    <a:pt x="291075" y="6858002"/>
                  </a:lnTo>
                  <a:lnTo>
                    <a:pt x="0" y="4953015"/>
                  </a:lnTo>
                  <a:lnTo>
                    <a:pt x="1240205" y="0"/>
                  </a:lnTo>
                  <a:close/>
                </a:path>
              </a:pathLst>
            </a:custGeom>
            <a:gradFill flip="none" rotWithShape="1">
              <a:gsLst>
                <a:gs pos="83000">
                  <a:srgbClr val="CF713D"/>
                </a:gs>
                <a:gs pos="100000">
                  <a:srgbClr val="993E37"/>
                </a:gs>
                <a:gs pos="23000">
                  <a:srgbClr val="EFC285"/>
                </a:gs>
                <a:gs pos="72000">
                  <a:srgbClr val="E97C3F"/>
                </a:gs>
                <a:gs pos="0">
                  <a:srgbClr val="F3CF9F"/>
                </a:gs>
              </a:gsLst>
              <a:lin ang="162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8" name="자유형 17"/>
            <p:cNvSpPr/>
            <p:nvPr/>
          </p:nvSpPr>
          <p:spPr>
            <a:xfrm>
              <a:off x="7185923" y="-7621"/>
              <a:ext cx="1985010" cy="4951095"/>
            </a:xfrm>
            <a:custGeom>
              <a:avLst/>
              <a:gdLst>
                <a:gd name="connsiteX0" fmla="*/ 0 w 2000250"/>
                <a:gd name="connsiteY0" fmla="*/ 0 h 4972050"/>
                <a:gd name="connsiteX1" fmla="*/ 771525 w 2000250"/>
                <a:gd name="connsiteY1" fmla="*/ 4972050 h 4972050"/>
                <a:gd name="connsiteX2" fmla="*/ 2000250 w 2000250"/>
                <a:gd name="connsiteY2" fmla="*/ 28575 h 4972050"/>
                <a:gd name="connsiteX3" fmla="*/ 0 w 2000250"/>
                <a:gd name="connsiteY3" fmla="*/ 0 h 4972050"/>
                <a:gd name="connsiteX0" fmla="*/ 0 w 1992630"/>
                <a:gd name="connsiteY0" fmla="*/ 0 h 4964430"/>
                <a:gd name="connsiteX1" fmla="*/ 763905 w 1992630"/>
                <a:gd name="connsiteY1" fmla="*/ 4964430 h 4964430"/>
                <a:gd name="connsiteX2" fmla="*/ 1992630 w 1992630"/>
                <a:gd name="connsiteY2" fmla="*/ 20955 h 4964430"/>
                <a:gd name="connsiteX3" fmla="*/ 0 w 1992630"/>
                <a:gd name="connsiteY3" fmla="*/ 0 h 4964430"/>
                <a:gd name="connsiteX0" fmla="*/ 0 w 1985010"/>
                <a:gd name="connsiteY0" fmla="*/ 0 h 4949190"/>
                <a:gd name="connsiteX1" fmla="*/ 756285 w 1985010"/>
                <a:gd name="connsiteY1" fmla="*/ 4949190 h 4949190"/>
                <a:gd name="connsiteX2" fmla="*/ 1985010 w 1985010"/>
                <a:gd name="connsiteY2" fmla="*/ 5715 h 4949190"/>
                <a:gd name="connsiteX3" fmla="*/ 0 w 1985010"/>
                <a:gd name="connsiteY3" fmla="*/ 0 h 4949190"/>
                <a:gd name="connsiteX0" fmla="*/ 0 w 1985010"/>
                <a:gd name="connsiteY0" fmla="*/ 0 h 4949190"/>
                <a:gd name="connsiteX1" fmla="*/ 756285 w 1985010"/>
                <a:gd name="connsiteY1" fmla="*/ 4949190 h 4949190"/>
                <a:gd name="connsiteX2" fmla="*/ 1985010 w 1985010"/>
                <a:gd name="connsiteY2" fmla="*/ 5715 h 4949190"/>
                <a:gd name="connsiteX3" fmla="*/ 0 w 1985010"/>
                <a:gd name="connsiteY3" fmla="*/ 0 h 4949190"/>
                <a:gd name="connsiteX0" fmla="*/ 0 w 1985010"/>
                <a:gd name="connsiteY0" fmla="*/ 1905 h 4951095"/>
                <a:gd name="connsiteX1" fmla="*/ 756285 w 1985010"/>
                <a:gd name="connsiteY1" fmla="*/ 4951095 h 4951095"/>
                <a:gd name="connsiteX2" fmla="*/ 1985010 w 1985010"/>
                <a:gd name="connsiteY2" fmla="*/ 0 h 4951095"/>
                <a:gd name="connsiteX3" fmla="*/ 0 w 1985010"/>
                <a:gd name="connsiteY3" fmla="*/ 1905 h 495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5010" h="4951095">
                  <a:moveTo>
                    <a:pt x="0" y="1905"/>
                  </a:moveTo>
                  <a:lnTo>
                    <a:pt x="756285" y="4951095"/>
                  </a:lnTo>
                  <a:lnTo>
                    <a:pt x="1985010" y="0"/>
                  </a:lnTo>
                  <a:lnTo>
                    <a:pt x="0" y="1905"/>
                  </a:lnTo>
                  <a:close/>
                </a:path>
              </a:pathLst>
            </a:custGeom>
            <a:gradFill flip="none" rotWithShape="1">
              <a:gsLst>
                <a:gs pos="71000">
                  <a:srgbClr val="D3512D"/>
                </a:gs>
                <a:gs pos="46000">
                  <a:srgbClr val="DF6136"/>
                </a:gs>
                <a:gs pos="0">
                  <a:srgbClr val="F3CC97"/>
                </a:gs>
                <a:gs pos="100000">
                  <a:srgbClr val="821E26"/>
                </a:gs>
              </a:gsLst>
              <a:lin ang="186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맑은 고딕"/>
                <a:cs typeface="Calibri" pitchFamily="34" charset="0"/>
              </a:endParaRPr>
            </a:p>
          </p:txBody>
        </p:sp>
        <p:sp>
          <p:nvSpPr>
            <p:cNvPr id="19" name="자유형 18"/>
            <p:cNvSpPr/>
            <p:nvPr/>
          </p:nvSpPr>
          <p:spPr>
            <a:xfrm>
              <a:off x="7443733" y="4943475"/>
              <a:ext cx="795392" cy="1914525"/>
            </a:xfrm>
            <a:custGeom>
              <a:avLst/>
              <a:gdLst>
                <a:gd name="connsiteX0" fmla="*/ 466725 w 762000"/>
                <a:gd name="connsiteY0" fmla="*/ 0 h 1933575"/>
                <a:gd name="connsiteX1" fmla="*/ 762000 w 762000"/>
                <a:gd name="connsiteY1" fmla="*/ 1933575 h 1933575"/>
                <a:gd name="connsiteX2" fmla="*/ 0 w 762000"/>
                <a:gd name="connsiteY2" fmla="*/ 1933575 h 1933575"/>
                <a:gd name="connsiteX3" fmla="*/ 466725 w 762000"/>
                <a:gd name="connsiteY3" fmla="*/ 0 h 1933575"/>
                <a:gd name="connsiteX0" fmla="*/ 530225 w 762000"/>
                <a:gd name="connsiteY0" fmla="*/ 0 h 1790700"/>
                <a:gd name="connsiteX1" fmla="*/ 762000 w 762000"/>
                <a:gd name="connsiteY1" fmla="*/ 1790700 h 1790700"/>
                <a:gd name="connsiteX2" fmla="*/ 0 w 762000"/>
                <a:gd name="connsiteY2" fmla="*/ 1790700 h 1790700"/>
                <a:gd name="connsiteX3" fmla="*/ 530225 w 762000"/>
                <a:gd name="connsiteY3" fmla="*/ 0 h 1790700"/>
                <a:gd name="connsiteX0" fmla="*/ 476250 w 762000"/>
                <a:gd name="connsiteY0" fmla="*/ 0 h 1905000"/>
                <a:gd name="connsiteX1" fmla="*/ 762000 w 762000"/>
                <a:gd name="connsiteY1" fmla="*/ 1905000 h 1905000"/>
                <a:gd name="connsiteX2" fmla="*/ 0 w 762000"/>
                <a:gd name="connsiteY2" fmla="*/ 1905000 h 1905000"/>
                <a:gd name="connsiteX3" fmla="*/ 476250 w 762000"/>
                <a:gd name="connsiteY3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1905000">
                  <a:moveTo>
                    <a:pt x="476250" y="0"/>
                  </a:moveTo>
                  <a:lnTo>
                    <a:pt x="762000" y="1905000"/>
                  </a:lnTo>
                  <a:lnTo>
                    <a:pt x="0" y="190500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F4DDBA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맑은 고딕"/>
                <a:cs typeface="Calibri" pitchFamily="34" charset="0"/>
              </a:endParaRPr>
            </a:p>
          </p:txBody>
        </p:sp>
      </p:grp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631826" y="1787400"/>
            <a:ext cx="6847200" cy="32832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0" numCol="1" rtlCol="0" anchor="ctr" anchorCtr="0" compatLnSpc="1">
            <a:prstTxWarp prst="textNoShape">
              <a:avLst/>
            </a:prstTxWarp>
            <a:normAutofit/>
          </a:bodyPr>
          <a:lstStyle>
            <a:lvl1pPr latinLnBrk="0">
              <a:lnSpc>
                <a:spcPct val="110000"/>
              </a:lnSpc>
              <a:spcAft>
                <a:spcPts val="600"/>
              </a:spcAft>
              <a:defRPr lang="ko-KR" altLang="en-US" sz="3200" spc="-5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849072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서브 간지_옵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7480300" y="-9526"/>
            <a:ext cx="2425791" cy="6867526"/>
            <a:chOff x="7480299" y="-9526"/>
            <a:chExt cx="2425791" cy="6867526"/>
          </a:xfrm>
        </p:grpSpPr>
        <p:sp>
          <p:nvSpPr>
            <p:cNvPr id="9" name="자유형 8"/>
            <p:cNvSpPr/>
            <p:nvPr/>
          </p:nvSpPr>
          <p:spPr>
            <a:xfrm>
              <a:off x="8148132" y="-9526"/>
              <a:ext cx="1757958" cy="6867526"/>
            </a:xfrm>
            <a:custGeom>
              <a:avLst/>
              <a:gdLst>
                <a:gd name="connsiteX0" fmla="*/ 1250462 w 2032000"/>
                <a:gd name="connsiteY0" fmla="*/ 0 h 6858002"/>
                <a:gd name="connsiteX1" fmla="*/ 2032000 w 2032000"/>
                <a:gd name="connsiteY1" fmla="*/ 0 h 6858002"/>
                <a:gd name="connsiteX2" fmla="*/ 2022325 w 2032000"/>
                <a:gd name="connsiteY2" fmla="*/ 6858002 h 6858002"/>
                <a:gd name="connsiteX3" fmla="*/ 301332 w 2032000"/>
                <a:gd name="connsiteY3" fmla="*/ 6858002 h 6858002"/>
                <a:gd name="connsiteX4" fmla="*/ 0 w 2032000"/>
                <a:gd name="connsiteY4" fmla="*/ 4962525 h 6858002"/>
                <a:gd name="connsiteX5" fmla="*/ 1250462 w 2032000"/>
                <a:gd name="connsiteY5" fmla="*/ 0 h 6858002"/>
                <a:gd name="connsiteX0" fmla="*/ 1250462 w 2032000"/>
                <a:gd name="connsiteY0" fmla="*/ 0 h 6858002"/>
                <a:gd name="connsiteX1" fmla="*/ 2032000 w 2032000"/>
                <a:gd name="connsiteY1" fmla="*/ 0 h 6858002"/>
                <a:gd name="connsiteX2" fmla="*/ 2022325 w 2032000"/>
                <a:gd name="connsiteY2" fmla="*/ 6858002 h 6858002"/>
                <a:gd name="connsiteX3" fmla="*/ 301332 w 2032000"/>
                <a:gd name="connsiteY3" fmla="*/ 6858002 h 6858002"/>
                <a:gd name="connsiteX4" fmla="*/ 0 w 2032000"/>
                <a:gd name="connsiteY4" fmla="*/ 4962525 h 6858002"/>
                <a:gd name="connsiteX5" fmla="*/ 1250462 w 2032000"/>
                <a:gd name="connsiteY5" fmla="*/ 0 h 6858002"/>
                <a:gd name="connsiteX0" fmla="*/ 1250462 w 2032094"/>
                <a:gd name="connsiteY0" fmla="*/ 0 h 6858002"/>
                <a:gd name="connsiteX1" fmla="*/ 2032000 w 2032094"/>
                <a:gd name="connsiteY1" fmla="*/ 0 h 6858002"/>
                <a:gd name="connsiteX2" fmla="*/ 2032094 w 2032094"/>
                <a:gd name="connsiteY2" fmla="*/ 6858002 h 6858002"/>
                <a:gd name="connsiteX3" fmla="*/ 301332 w 2032094"/>
                <a:gd name="connsiteY3" fmla="*/ 6858002 h 6858002"/>
                <a:gd name="connsiteX4" fmla="*/ 0 w 2032094"/>
                <a:gd name="connsiteY4" fmla="*/ 4962525 h 6858002"/>
                <a:gd name="connsiteX5" fmla="*/ 1250462 w 2032094"/>
                <a:gd name="connsiteY5" fmla="*/ 0 h 6858002"/>
                <a:gd name="connsiteX0" fmla="*/ 1242647 w 2024279"/>
                <a:gd name="connsiteY0" fmla="*/ 0 h 6858002"/>
                <a:gd name="connsiteX1" fmla="*/ 2024185 w 2024279"/>
                <a:gd name="connsiteY1" fmla="*/ 0 h 6858002"/>
                <a:gd name="connsiteX2" fmla="*/ 2024279 w 2024279"/>
                <a:gd name="connsiteY2" fmla="*/ 6858002 h 6858002"/>
                <a:gd name="connsiteX3" fmla="*/ 293517 w 2024279"/>
                <a:gd name="connsiteY3" fmla="*/ 6858002 h 6858002"/>
                <a:gd name="connsiteX4" fmla="*/ 0 w 2024279"/>
                <a:gd name="connsiteY4" fmla="*/ 4962525 h 6858002"/>
                <a:gd name="connsiteX5" fmla="*/ 1242647 w 2024279"/>
                <a:gd name="connsiteY5" fmla="*/ 0 h 6858002"/>
                <a:gd name="connsiteX0" fmla="*/ 1235320 w 2016952"/>
                <a:gd name="connsiteY0" fmla="*/ 0 h 6858002"/>
                <a:gd name="connsiteX1" fmla="*/ 2016858 w 2016952"/>
                <a:gd name="connsiteY1" fmla="*/ 0 h 6858002"/>
                <a:gd name="connsiteX2" fmla="*/ 2016952 w 2016952"/>
                <a:gd name="connsiteY2" fmla="*/ 6858002 h 6858002"/>
                <a:gd name="connsiteX3" fmla="*/ 286190 w 2016952"/>
                <a:gd name="connsiteY3" fmla="*/ 6858002 h 6858002"/>
                <a:gd name="connsiteX4" fmla="*/ 0 w 2016952"/>
                <a:gd name="connsiteY4" fmla="*/ 4960147 h 6858002"/>
                <a:gd name="connsiteX5" fmla="*/ 1235320 w 2016952"/>
                <a:gd name="connsiteY5" fmla="*/ 0 h 6858002"/>
                <a:gd name="connsiteX0" fmla="*/ 1240205 w 2021837"/>
                <a:gd name="connsiteY0" fmla="*/ 0 h 6858002"/>
                <a:gd name="connsiteX1" fmla="*/ 2021743 w 2021837"/>
                <a:gd name="connsiteY1" fmla="*/ 0 h 6858002"/>
                <a:gd name="connsiteX2" fmla="*/ 2021837 w 2021837"/>
                <a:gd name="connsiteY2" fmla="*/ 6858002 h 6858002"/>
                <a:gd name="connsiteX3" fmla="*/ 291075 w 2021837"/>
                <a:gd name="connsiteY3" fmla="*/ 6858002 h 6858002"/>
                <a:gd name="connsiteX4" fmla="*/ 0 w 2021837"/>
                <a:gd name="connsiteY4" fmla="*/ 4953015 h 6858002"/>
                <a:gd name="connsiteX5" fmla="*/ 1240205 w 2021837"/>
                <a:gd name="connsiteY5" fmla="*/ 0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1837" h="6858002">
                  <a:moveTo>
                    <a:pt x="1240205" y="0"/>
                  </a:moveTo>
                  <a:lnTo>
                    <a:pt x="2021743" y="0"/>
                  </a:lnTo>
                  <a:cubicBezTo>
                    <a:pt x="2021774" y="2286001"/>
                    <a:pt x="2021806" y="4572001"/>
                    <a:pt x="2021837" y="6858002"/>
                  </a:cubicBezTo>
                  <a:lnTo>
                    <a:pt x="291075" y="6858002"/>
                  </a:lnTo>
                  <a:lnTo>
                    <a:pt x="0" y="4953015"/>
                  </a:lnTo>
                  <a:lnTo>
                    <a:pt x="1240205" y="0"/>
                  </a:lnTo>
                  <a:close/>
                </a:path>
              </a:pathLst>
            </a:custGeom>
            <a:gradFill>
              <a:gsLst>
                <a:gs pos="100000">
                  <a:srgbClr val="EED6B7"/>
                </a:gs>
                <a:gs pos="0">
                  <a:srgbClr val="F3DEBF"/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914400"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800">
                <a:solidFill>
                  <a:srgbClr val="FFFFFF"/>
                </a:solidFill>
                <a:latin typeface="Calibri"/>
                <a:ea typeface="맑은 고딕"/>
              </a:endParaRPr>
            </a:p>
          </p:txBody>
        </p:sp>
        <p:sp>
          <p:nvSpPr>
            <p:cNvPr id="10" name="자유형 9"/>
            <p:cNvSpPr/>
            <p:nvPr/>
          </p:nvSpPr>
          <p:spPr>
            <a:xfrm>
              <a:off x="7480299" y="-7621"/>
              <a:ext cx="1770192" cy="4951095"/>
            </a:xfrm>
            <a:custGeom>
              <a:avLst/>
              <a:gdLst>
                <a:gd name="connsiteX0" fmla="*/ 0 w 2000250"/>
                <a:gd name="connsiteY0" fmla="*/ 0 h 4972050"/>
                <a:gd name="connsiteX1" fmla="*/ 771525 w 2000250"/>
                <a:gd name="connsiteY1" fmla="*/ 4972050 h 4972050"/>
                <a:gd name="connsiteX2" fmla="*/ 2000250 w 2000250"/>
                <a:gd name="connsiteY2" fmla="*/ 28575 h 4972050"/>
                <a:gd name="connsiteX3" fmla="*/ 0 w 2000250"/>
                <a:gd name="connsiteY3" fmla="*/ 0 h 4972050"/>
                <a:gd name="connsiteX0" fmla="*/ 0 w 1992630"/>
                <a:gd name="connsiteY0" fmla="*/ 0 h 4964430"/>
                <a:gd name="connsiteX1" fmla="*/ 763905 w 1992630"/>
                <a:gd name="connsiteY1" fmla="*/ 4964430 h 4964430"/>
                <a:gd name="connsiteX2" fmla="*/ 1992630 w 1992630"/>
                <a:gd name="connsiteY2" fmla="*/ 20955 h 4964430"/>
                <a:gd name="connsiteX3" fmla="*/ 0 w 1992630"/>
                <a:gd name="connsiteY3" fmla="*/ 0 h 4964430"/>
                <a:gd name="connsiteX0" fmla="*/ 0 w 1985010"/>
                <a:gd name="connsiteY0" fmla="*/ 0 h 4949190"/>
                <a:gd name="connsiteX1" fmla="*/ 756285 w 1985010"/>
                <a:gd name="connsiteY1" fmla="*/ 4949190 h 4949190"/>
                <a:gd name="connsiteX2" fmla="*/ 1985010 w 1985010"/>
                <a:gd name="connsiteY2" fmla="*/ 5715 h 4949190"/>
                <a:gd name="connsiteX3" fmla="*/ 0 w 1985010"/>
                <a:gd name="connsiteY3" fmla="*/ 0 h 4949190"/>
                <a:gd name="connsiteX0" fmla="*/ 0 w 1985010"/>
                <a:gd name="connsiteY0" fmla="*/ 0 h 4949190"/>
                <a:gd name="connsiteX1" fmla="*/ 756285 w 1985010"/>
                <a:gd name="connsiteY1" fmla="*/ 4949190 h 4949190"/>
                <a:gd name="connsiteX2" fmla="*/ 1985010 w 1985010"/>
                <a:gd name="connsiteY2" fmla="*/ 5715 h 4949190"/>
                <a:gd name="connsiteX3" fmla="*/ 0 w 1985010"/>
                <a:gd name="connsiteY3" fmla="*/ 0 h 4949190"/>
                <a:gd name="connsiteX0" fmla="*/ 0 w 1985010"/>
                <a:gd name="connsiteY0" fmla="*/ 1905 h 4951095"/>
                <a:gd name="connsiteX1" fmla="*/ 756285 w 1985010"/>
                <a:gd name="connsiteY1" fmla="*/ 4951095 h 4951095"/>
                <a:gd name="connsiteX2" fmla="*/ 1985010 w 1985010"/>
                <a:gd name="connsiteY2" fmla="*/ 0 h 4951095"/>
                <a:gd name="connsiteX3" fmla="*/ 0 w 1985010"/>
                <a:gd name="connsiteY3" fmla="*/ 1905 h 495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5010" h="4951095">
                  <a:moveTo>
                    <a:pt x="0" y="1905"/>
                  </a:moveTo>
                  <a:lnTo>
                    <a:pt x="756285" y="4951095"/>
                  </a:lnTo>
                  <a:lnTo>
                    <a:pt x="1985010" y="0"/>
                  </a:lnTo>
                  <a:lnTo>
                    <a:pt x="0" y="1905"/>
                  </a:lnTo>
                  <a:close/>
                </a:path>
              </a:pathLst>
            </a:custGeom>
            <a:gradFill flip="none" rotWithShape="1">
              <a:gsLst>
                <a:gs pos="98387">
                  <a:srgbClr val="D56837"/>
                </a:gs>
                <a:gs pos="68000">
                  <a:srgbClr val="DF8F6F"/>
                </a:gs>
                <a:gs pos="41000">
                  <a:srgbClr val="E0A280"/>
                </a:gs>
                <a:gs pos="0">
                  <a:srgbClr val="F3CC97"/>
                </a:gs>
              </a:gsLst>
              <a:lin ang="186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800" b="1">
                <a:solidFill>
                  <a:srgbClr val="000000"/>
                </a:solidFill>
                <a:latin typeface="Calibri"/>
                <a:ea typeface="맑은 고딕"/>
                <a:cs typeface="Calibri" pitchFamily="34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 flipH="1">
              <a:off x="7741920" y="-9525"/>
              <a:ext cx="1494155" cy="6829425"/>
            </a:xfrm>
            <a:prstGeom prst="line">
              <a:avLst/>
            </a:prstGeom>
            <a:ln w="19050">
              <a:gradFill flip="none" rotWithShape="1">
                <a:gsLst>
                  <a:gs pos="37000">
                    <a:srgbClr val="DA7A54"/>
                  </a:gs>
                  <a:gs pos="100000">
                    <a:srgbClr val="CD5B2D"/>
                  </a:gs>
                  <a:gs pos="0">
                    <a:srgbClr val="EAD6C1">
                      <a:alpha val="0"/>
                    </a:srgbClr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631826" y="1805332"/>
            <a:ext cx="6847200" cy="32832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0" numCol="1" rtlCol="0" anchor="ctr" anchorCtr="0" compatLnSpc="1">
            <a:prstTxWarp prst="textNoShape">
              <a:avLst/>
            </a:prstTxWarp>
            <a:normAutofit/>
          </a:bodyPr>
          <a:lstStyle>
            <a:lvl1pPr latinLnBrk="0">
              <a:lnSpc>
                <a:spcPct val="110000"/>
              </a:lnSpc>
              <a:spcAft>
                <a:spcPts val="600"/>
              </a:spcAft>
              <a:defRPr lang="ko-KR" altLang="en-US" sz="2800" b="0" spc="-5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1209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&amp;본문_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1"/>
          <p:cNvSpPr>
            <a:spLocks noGrp="1"/>
          </p:cNvSpPr>
          <p:nvPr>
            <p:ph type="body" sz="quarter" idx="10"/>
          </p:nvPr>
        </p:nvSpPr>
        <p:spPr>
          <a:xfrm>
            <a:off x="425451" y="1341438"/>
            <a:ext cx="9074150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053722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&amp;2단 본문_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1"/>
          <p:cNvSpPr>
            <a:spLocks noGrp="1"/>
          </p:cNvSpPr>
          <p:nvPr>
            <p:ph type="body" sz="quarter" idx="10"/>
          </p:nvPr>
        </p:nvSpPr>
        <p:spPr>
          <a:xfrm>
            <a:off x="425451" y="1341438"/>
            <a:ext cx="4415491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11"/>
          <p:cNvSpPr>
            <a:spLocks noGrp="1"/>
          </p:cNvSpPr>
          <p:nvPr>
            <p:ph type="body" sz="quarter" idx="11"/>
          </p:nvPr>
        </p:nvSpPr>
        <p:spPr>
          <a:xfrm>
            <a:off x="5078132" y="1341438"/>
            <a:ext cx="4415491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7238780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&amp;이미지_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spcAft>
                <a:spcPts val="0"/>
              </a:spcAft>
              <a:defRPr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8030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타이틀&amp;이미지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spcAft>
                <a:spcPts val="0"/>
              </a:spcAft>
              <a:defRPr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17273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타이틀&amp;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0" y="-367"/>
            <a:ext cx="9906000" cy="910006"/>
            <a:chOff x="0" y="-368"/>
            <a:chExt cx="9906000" cy="981443"/>
          </a:xfrm>
        </p:grpSpPr>
        <p:sp>
          <p:nvSpPr>
            <p:cNvPr id="14" name="직사각형 13"/>
            <p:cNvSpPr/>
            <p:nvPr/>
          </p:nvSpPr>
          <p:spPr>
            <a:xfrm>
              <a:off x="0" y="0"/>
              <a:ext cx="9906000" cy="981075"/>
            </a:xfrm>
            <a:prstGeom prst="rect">
              <a:avLst/>
            </a:prstGeom>
            <a:gradFill flip="none" rotWithShape="1">
              <a:gsLst>
                <a:gs pos="100000">
                  <a:srgbClr val="EFBC7B">
                    <a:alpha val="95000"/>
                  </a:srgbClr>
                </a:gs>
                <a:gs pos="0">
                  <a:srgbClr val="F2D6AE">
                    <a:alpha val="3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8552330" y="-368"/>
              <a:ext cx="1353670" cy="981443"/>
              <a:chOff x="8552330" y="-368"/>
              <a:chExt cx="1353670" cy="981443"/>
            </a:xfrm>
          </p:grpSpPr>
          <p:sp>
            <p:nvSpPr>
              <p:cNvPr id="17" name="직각 삼각형 16"/>
              <p:cNvSpPr/>
              <p:nvPr/>
            </p:nvSpPr>
            <p:spPr>
              <a:xfrm flipH="1">
                <a:off x="9488487" y="0"/>
                <a:ext cx="417506" cy="981075"/>
              </a:xfrm>
              <a:prstGeom prst="rtTriangle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맑은 고딕"/>
                  <a:cs typeface="+mn-cs"/>
                </a:endParaRPr>
              </a:p>
            </p:txBody>
          </p:sp>
          <p:sp>
            <p:nvSpPr>
              <p:cNvPr id="18" name="직각 삼각형 17"/>
              <p:cNvSpPr/>
              <p:nvPr/>
            </p:nvSpPr>
            <p:spPr>
              <a:xfrm rot="10800000">
                <a:off x="8552330" y="-368"/>
                <a:ext cx="1353670" cy="385849"/>
              </a:xfrm>
              <a:prstGeom prst="rtTriangle">
                <a:avLst/>
              </a:prstGeom>
              <a:solidFill>
                <a:schemeClr val="bg1">
                  <a:alpha val="29000"/>
                </a:schemeClr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맑은 고딕"/>
                  <a:cs typeface="+mn-cs"/>
                </a:endParaRPr>
              </a:p>
            </p:txBody>
          </p:sp>
        </p:grpSp>
        <p:sp>
          <p:nvSpPr>
            <p:cNvPr id="16" name="자유형 15"/>
            <p:cNvSpPr/>
            <p:nvPr/>
          </p:nvSpPr>
          <p:spPr>
            <a:xfrm>
              <a:off x="9486099" y="389"/>
              <a:ext cx="417341" cy="980686"/>
            </a:xfrm>
            <a:custGeom>
              <a:avLst/>
              <a:gdLst>
                <a:gd name="connsiteX0" fmla="*/ 417341 w 417341"/>
                <a:gd name="connsiteY0" fmla="*/ 0 h 980686"/>
                <a:gd name="connsiteX1" fmla="*/ 199932 w 417341"/>
                <a:gd name="connsiteY1" fmla="*/ 980686 h 980686"/>
                <a:gd name="connsiteX2" fmla="*/ 0 w 417341"/>
                <a:gd name="connsiteY2" fmla="*/ 980686 h 98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341" h="980686">
                  <a:moveTo>
                    <a:pt x="417341" y="0"/>
                  </a:moveTo>
                  <a:lnTo>
                    <a:pt x="199932" y="980686"/>
                  </a:lnTo>
                  <a:lnTo>
                    <a:pt x="0" y="98068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12704"/>
            <a:ext cx="9073971" cy="896935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75" y="6580067"/>
            <a:ext cx="1130250" cy="113783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>
            <a:off x="9238664" y="6584400"/>
            <a:ext cx="368836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/>
          </p:nvPr>
        </p:nvSpPr>
        <p:spPr>
          <a:xfrm>
            <a:off x="425451" y="1341438"/>
            <a:ext cx="9074150" cy="4751387"/>
          </a:xfrm>
        </p:spPr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0111150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타이틀&amp;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0" y="-367"/>
            <a:ext cx="9906000" cy="910006"/>
            <a:chOff x="0" y="-368"/>
            <a:chExt cx="9906000" cy="981443"/>
          </a:xfrm>
        </p:grpSpPr>
        <p:sp>
          <p:nvSpPr>
            <p:cNvPr id="12" name="직사각형 11"/>
            <p:cNvSpPr/>
            <p:nvPr/>
          </p:nvSpPr>
          <p:spPr>
            <a:xfrm>
              <a:off x="0" y="0"/>
              <a:ext cx="9906000" cy="981075"/>
            </a:xfrm>
            <a:prstGeom prst="rect">
              <a:avLst/>
            </a:prstGeom>
            <a:gradFill flip="none" rotWithShape="1">
              <a:gsLst>
                <a:gs pos="100000">
                  <a:srgbClr val="EFBC7B">
                    <a:alpha val="95000"/>
                  </a:srgbClr>
                </a:gs>
                <a:gs pos="0">
                  <a:srgbClr val="F2D6AE">
                    <a:alpha val="3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8552330" y="-368"/>
              <a:ext cx="1353670" cy="981443"/>
              <a:chOff x="8552330" y="-368"/>
              <a:chExt cx="1353670" cy="981443"/>
            </a:xfrm>
          </p:grpSpPr>
          <p:sp>
            <p:nvSpPr>
              <p:cNvPr id="16" name="직각 삼각형 15"/>
              <p:cNvSpPr/>
              <p:nvPr/>
            </p:nvSpPr>
            <p:spPr>
              <a:xfrm flipH="1">
                <a:off x="9488487" y="0"/>
                <a:ext cx="417506" cy="981075"/>
              </a:xfrm>
              <a:prstGeom prst="rtTriangle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맑은 고딕"/>
                  <a:cs typeface="+mn-cs"/>
                </a:endParaRPr>
              </a:p>
            </p:txBody>
          </p:sp>
          <p:sp>
            <p:nvSpPr>
              <p:cNvPr id="17" name="직각 삼각형 16"/>
              <p:cNvSpPr/>
              <p:nvPr/>
            </p:nvSpPr>
            <p:spPr>
              <a:xfrm rot="10800000">
                <a:off x="8552330" y="-368"/>
                <a:ext cx="1353670" cy="385849"/>
              </a:xfrm>
              <a:prstGeom prst="rtTriangle">
                <a:avLst/>
              </a:prstGeom>
              <a:solidFill>
                <a:schemeClr val="bg1">
                  <a:alpha val="29000"/>
                </a:schemeClr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맑은 고딕"/>
                  <a:cs typeface="+mn-cs"/>
                </a:endParaRPr>
              </a:p>
            </p:txBody>
          </p:sp>
        </p:grpSp>
        <p:sp>
          <p:nvSpPr>
            <p:cNvPr id="15" name="자유형 14"/>
            <p:cNvSpPr/>
            <p:nvPr/>
          </p:nvSpPr>
          <p:spPr>
            <a:xfrm>
              <a:off x="9486099" y="389"/>
              <a:ext cx="417341" cy="980686"/>
            </a:xfrm>
            <a:custGeom>
              <a:avLst/>
              <a:gdLst>
                <a:gd name="connsiteX0" fmla="*/ 417341 w 417341"/>
                <a:gd name="connsiteY0" fmla="*/ 0 h 980686"/>
                <a:gd name="connsiteX1" fmla="*/ 199932 w 417341"/>
                <a:gd name="connsiteY1" fmla="*/ 980686 h 980686"/>
                <a:gd name="connsiteX2" fmla="*/ 0 w 417341"/>
                <a:gd name="connsiteY2" fmla="*/ 980686 h 98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341" h="980686">
                  <a:moveTo>
                    <a:pt x="417341" y="0"/>
                  </a:moveTo>
                  <a:lnTo>
                    <a:pt x="199932" y="980686"/>
                  </a:lnTo>
                  <a:lnTo>
                    <a:pt x="0" y="98068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12704"/>
            <a:ext cx="9073971" cy="896935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9238664" y="6584400"/>
            <a:ext cx="368836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13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75" y="6580067"/>
            <a:ext cx="1130250" cy="1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5395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0" y="-297"/>
            <a:ext cx="9906859" cy="6858594"/>
          </a:xfrm>
          <a:prstGeom prst="rect">
            <a:avLst/>
          </a:prstGeom>
        </p:spPr>
      </p:pic>
      <p:sp>
        <p:nvSpPr>
          <p:cNvPr id="4" name="제목 1"/>
          <p:cNvSpPr txBox="1">
            <a:spLocks/>
          </p:cNvSpPr>
          <p:nvPr userDrawn="1"/>
        </p:nvSpPr>
        <p:spPr>
          <a:xfrm>
            <a:off x="409575" y="2811374"/>
            <a:ext cx="9080500" cy="1032327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800" b="0" kern="1200" spc="0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2"/>
                </a:solidFill>
                <a:effectLst/>
                <a:uLnTx/>
                <a:uFillTx/>
                <a:latin typeface="Georgia" panose="02040502050405020303" pitchFamily="18" charset="0"/>
                <a:ea typeface="맑은 고딕"/>
                <a:cs typeface="+mj-cs"/>
              </a:rPr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292000398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감사합니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0" y="2084"/>
            <a:ext cx="9906859" cy="685859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23" y="5733190"/>
            <a:ext cx="1554301" cy="33551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7472" y="2773346"/>
            <a:ext cx="8151058" cy="1005927"/>
          </a:xfrm>
          <a:prstGeom prst="rect">
            <a:avLst/>
          </a:prstGeom>
        </p:spPr>
      </p:pic>
      <p:pic>
        <p:nvPicPr>
          <p:cNvPr id="20" name="Picture 11" descr="무제-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64" y="5742518"/>
            <a:ext cx="1568624" cy="217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26" y="5764485"/>
            <a:ext cx="975713" cy="3132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053" y="5753266"/>
            <a:ext cx="1166403" cy="3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347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모티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0" y="-297"/>
            <a:ext cx="9906859" cy="6858594"/>
          </a:xfrm>
          <a:prstGeom prst="rect">
            <a:avLst/>
          </a:prstGeom>
        </p:spPr>
      </p:pic>
      <p:pic>
        <p:nvPicPr>
          <p:cNvPr id="3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4239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타이틀&amp;이미지_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12">
            <a:extLst>
              <a:ext uri="{FF2B5EF4-FFF2-40B4-BE49-F238E27FC236}">
                <a16:creationId xmlns:a16="http://schemas.microsoft.com/office/drawing/2014/main" id="{82863223-677E-4ADC-8AF2-826ADD9610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8541" y="937216"/>
            <a:ext cx="9071534" cy="406128"/>
          </a:xfrm>
          <a:noFill/>
          <a:ln>
            <a:noFill/>
          </a:ln>
        </p:spPr>
        <p:txBody>
          <a:bodyPr wrap="square" lIns="0" tIns="36000" rIns="0" bIns="36000">
            <a:spAutoFit/>
          </a:bodyPr>
          <a:lstStyle>
            <a:lvl1pPr marL="0" indent="0" algn="just" latinLnBrk="0">
              <a:lnSpc>
                <a:spcPts val="2600"/>
              </a:lnSpc>
              <a:buNone/>
              <a:defRPr kumimoji="1" lang="ko-KR" altLang="en-US" sz="1600" b="1" dirty="0" smtClean="0">
                <a:solidFill>
                  <a:srgbClr val="000000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28978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 슬라이드_옵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6022ACB-5B7E-48DC-96E6-2C11EF8B94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906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839602"/>
            <a:ext cx="8420100" cy="184546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latinLnBrk="0">
              <a:spcAft>
                <a:spcPts val="600"/>
              </a:spcAft>
              <a:defRPr lang="en-US" sz="3800" spc="-10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n-ea"/>
                <a:cs typeface="Calibri" pitchFamily="34" charset="0"/>
              </a:defRPr>
            </a:lvl1pPr>
          </a:lstStyle>
          <a:p>
            <a:pPr lvl="0" defTabSz="914354" latinLnBrk="0">
              <a:lnSpc>
                <a:spcPct val="11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9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42950" y="3970802"/>
            <a:ext cx="8420100" cy="409575"/>
          </a:xfrm>
        </p:spPr>
        <p:txBody>
          <a:bodyPr lIns="0" anchor="ctr">
            <a:normAutofit/>
          </a:bodyPr>
          <a:lstStyle>
            <a:lvl1pPr marL="0" indent="0" latinLnBrk="0">
              <a:spcAft>
                <a:spcPts val="600"/>
              </a:spcAft>
              <a:buFontTx/>
              <a:buNone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477339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 슬라이드_옵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4C532D8-2657-4B0C-A5CA-34829AF23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905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238402"/>
            <a:ext cx="8420100" cy="184546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latinLnBrk="0">
              <a:spcAft>
                <a:spcPts val="600"/>
              </a:spcAft>
              <a:defRPr lang="en-US" sz="3800" spc="-10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lvl="0" defTabSz="914354" latinLnBrk="0">
              <a:lnSpc>
                <a:spcPct val="11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9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42950" y="3369602"/>
            <a:ext cx="8420100" cy="409575"/>
          </a:xfrm>
        </p:spPr>
        <p:txBody>
          <a:bodyPr lIns="0" anchor="ctr">
            <a:normAutofit/>
          </a:bodyPr>
          <a:lstStyle>
            <a:lvl1pPr marL="0" indent="0" latinLnBrk="0">
              <a:spcAft>
                <a:spcPts val="600"/>
              </a:spcAft>
              <a:buFontTx/>
              <a:buNone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6514811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 슬라이드_옵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7FBE79-470B-4F7C-888F-BDDEB1D65D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9906000" cy="6857999"/>
          </a:xfrm>
          <a:prstGeom prst="rect">
            <a:avLst/>
          </a:prstGeom>
        </p:spPr>
      </p:pic>
      <p:pic>
        <p:nvPicPr>
          <p:cNvPr id="5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742950" y="853200"/>
            <a:ext cx="8420100" cy="163982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latinLnBrk="0">
              <a:spcAft>
                <a:spcPts val="600"/>
              </a:spcAft>
              <a:defRPr lang="en-US" sz="3800" spc="-10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lvl="0" defTabSz="914354" latinLnBrk="0">
              <a:lnSpc>
                <a:spcPct val="11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42950" y="2775602"/>
            <a:ext cx="8420100" cy="409575"/>
          </a:xfrm>
        </p:spPr>
        <p:txBody>
          <a:bodyPr lIns="0" anchor="ctr">
            <a:normAutofit/>
          </a:bodyPr>
          <a:lstStyle>
            <a:lvl1pPr marL="0" indent="0" latinLnBrk="0">
              <a:spcAft>
                <a:spcPts val="600"/>
              </a:spcAft>
              <a:buFontTx/>
              <a:buNone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6748001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 슬라이드_옵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E30C7B-830E-4E29-B842-34E956302C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742950" y="1883164"/>
            <a:ext cx="8420100" cy="184546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latinLnBrk="0">
              <a:spcAft>
                <a:spcPts val="600"/>
              </a:spcAft>
              <a:defRPr lang="en-US" sz="3800" spc="-10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lvl="0" defTabSz="914354" latinLnBrk="0">
              <a:lnSpc>
                <a:spcPct val="11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42950" y="4010402"/>
            <a:ext cx="8420100" cy="409575"/>
          </a:xfrm>
        </p:spPr>
        <p:txBody>
          <a:bodyPr lIns="0" anchor="ctr">
            <a:normAutofit/>
          </a:bodyPr>
          <a:lstStyle>
            <a:lvl1pPr marL="0" indent="0" latinLnBrk="0">
              <a:spcAft>
                <a:spcPts val="600"/>
              </a:spcAft>
              <a:buFontTx/>
              <a:buNone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377337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D4D245E-E773-4365-8B4C-41B85DE2DA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F44FB26A-E162-4CE4-88DB-B482F16F1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8705" y="447676"/>
            <a:ext cx="1570095" cy="15806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79568" y="1493838"/>
            <a:ext cx="1534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5D2A2C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Calibri" pitchFamily="34" charset="0"/>
              </a:rPr>
              <a:t>목 차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5253317" y="1493840"/>
            <a:ext cx="4236758" cy="4598987"/>
          </a:xfrm>
        </p:spPr>
        <p:txBody>
          <a:bodyPr anchor="ctr">
            <a:normAutofit/>
          </a:bodyPr>
          <a:lstStyle>
            <a:lvl1pPr marL="514350" indent="-514350" latinLnBrk="0">
              <a:lnSpc>
                <a:spcPct val="110000"/>
              </a:lnSpc>
              <a:spcAft>
                <a:spcPts val="1200"/>
              </a:spcAft>
              <a:buFont typeface="+mj-lt"/>
              <a:buAutoNum type="romanUcPeriod"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16373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메인간지_옵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80A4367-F24D-4E8E-BB2E-ACEB977916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2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15926" y="1685365"/>
            <a:ext cx="9075600" cy="213727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0" numCol="1" rtlCol="0" anchor="ctr" anchorCtr="0" compatLnSpc="1">
            <a:prstTxWarp prst="textNoShape">
              <a:avLst/>
            </a:prstTxWarp>
            <a:normAutofit/>
          </a:bodyPr>
          <a:lstStyle>
            <a:lvl1pPr algn="ctr" latinLnBrk="0">
              <a:lnSpc>
                <a:spcPct val="110000"/>
              </a:lnSpc>
              <a:spcAft>
                <a:spcPts val="600"/>
              </a:spcAft>
              <a:defRPr lang="ko-KR" altLang="en-US" sz="3200" spc="-5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3968623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서브 간지_옵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4D245E-E773-4365-8B4C-41B85DE2DA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제목 6"/>
          <p:cNvSpPr>
            <a:spLocks noGrp="1"/>
          </p:cNvSpPr>
          <p:nvPr>
            <p:ph type="title"/>
          </p:nvPr>
        </p:nvSpPr>
        <p:spPr>
          <a:xfrm>
            <a:off x="415926" y="2008094"/>
            <a:ext cx="9075600" cy="229821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0" numCol="1" rtlCol="0" anchor="ctr" anchorCtr="0" compatLnSpc="1">
            <a:prstTxWarp prst="textNoShape">
              <a:avLst/>
            </a:prstTxWarp>
            <a:normAutofit/>
          </a:bodyPr>
          <a:lstStyle>
            <a:lvl1pPr algn="ctr" latinLnBrk="0">
              <a:lnSpc>
                <a:spcPct val="110000"/>
              </a:lnSpc>
              <a:spcAft>
                <a:spcPts val="600"/>
              </a:spcAft>
              <a:defRPr lang="ko-KR" altLang="en-US" sz="2800" b="0" spc="-5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5360748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메인 간지_옵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 userDrawn="1"/>
        </p:nvGrpSpPr>
        <p:grpSpPr>
          <a:xfrm>
            <a:off x="7480300" y="-9526"/>
            <a:ext cx="2425791" cy="6867526"/>
            <a:chOff x="7185923" y="-9526"/>
            <a:chExt cx="2720168" cy="6867526"/>
          </a:xfrm>
        </p:grpSpPr>
        <p:sp>
          <p:nvSpPr>
            <p:cNvPr id="17" name="자유형 16"/>
            <p:cNvSpPr/>
            <p:nvPr/>
          </p:nvSpPr>
          <p:spPr>
            <a:xfrm>
              <a:off x="7934800" y="-9526"/>
              <a:ext cx="1971291" cy="6867526"/>
            </a:xfrm>
            <a:custGeom>
              <a:avLst/>
              <a:gdLst>
                <a:gd name="connsiteX0" fmla="*/ 1250462 w 2032000"/>
                <a:gd name="connsiteY0" fmla="*/ 0 h 6858002"/>
                <a:gd name="connsiteX1" fmla="*/ 2032000 w 2032000"/>
                <a:gd name="connsiteY1" fmla="*/ 0 h 6858002"/>
                <a:gd name="connsiteX2" fmla="*/ 2022325 w 2032000"/>
                <a:gd name="connsiteY2" fmla="*/ 6858002 h 6858002"/>
                <a:gd name="connsiteX3" fmla="*/ 301332 w 2032000"/>
                <a:gd name="connsiteY3" fmla="*/ 6858002 h 6858002"/>
                <a:gd name="connsiteX4" fmla="*/ 0 w 2032000"/>
                <a:gd name="connsiteY4" fmla="*/ 4962525 h 6858002"/>
                <a:gd name="connsiteX5" fmla="*/ 1250462 w 2032000"/>
                <a:gd name="connsiteY5" fmla="*/ 0 h 6858002"/>
                <a:gd name="connsiteX0" fmla="*/ 1250462 w 2032000"/>
                <a:gd name="connsiteY0" fmla="*/ 0 h 6858002"/>
                <a:gd name="connsiteX1" fmla="*/ 2032000 w 2032000"/>
                <a:gd name="connsiteY1" fmla="*/ 0 h 6858002"/>
                <a:gd name="connsiteX2" fmla="*/ 2022325 w 2032000"/>
                <a:gd name="connsiteY2" fmla="*/ 6858002 h 6858002"/>
                <a:gd name="connsiteX3" fmla="*/ 301332 w 2032000"/>
                <a:gd name="connsiteY3" fmla="*/ 6858002 h 6858002"/>
                <a:gd name="connsiteX4" fmla="*/ 0 w 2032000"/>
                <a:gd name="connsiteY4" fmla="*/ 4962525 h 6858002"/>
                <a:gd name="connsiteX5" fmla="*/ 1250462 w 2032000"/>
                <a:gd name="connsiteY5" fmla="*/ 0 h 6858002"/>
                <a:gd name="connsiteX0" fmla="*/ 1250462 w 2032094"/>
                <a:gd name="connsiteY0" fmla="*/ 0 h 6858002"/>
                <a:gd name="connsiteX1" fmla="*/ 2032000 w 2032094"/>
                <a:gd name="connsiteY1" fmla="*/ 0 h 6858002"/>
                <a:gd name="connsiteX2" fmla="*/ 2032094 w 2032094"/>
                <a:gd name="connsiteY2" fmla="*/ 6858002 h 6858002"/>
                <a:gd name="connsiteX3" fmla="*/ 301332 w 2032094"/>
                <a:gd name="connsiteY3" fmla="*/ 6858002 h 6858002"/>
                <a:gd name="connsiteX4" fmla="*/ 0 w 2032094"/>
                <a:gd name="connsiteY4" fmla="*/ 4962525 h 6858002"/>
                <a:gd name="connsiteX5" fmla="*/ 1250462 w 2032094"/>
                <a:gd name="connsiteY5" fmla="*/ 0 h 6858002"/>
                <a:gd name="connsiteX0" fmla="*/ 1242647 w 2024279"/>
                <a:gd name="connsiteY0" fmla="*/ 0 h 6858002"/>
                <a:gd name="connsiteX1" fmla="*/ 2024185 w 2024279"/>
                <a:gd name="connsiteY1" fmla="*/ 0 h 6858002"/>
                <a:gd name="connsiteX2" fmla="*/ 2024279 w 2024279"/>
                <a:gd name="connsiteY2" fmla="*/ 6858002 h 6858002"/>
                <a:gd name="connsiteX3" fmla="*/ 293517 w 2024279"/>
                <a:gd name="connsiteY3" fmla="*/ 6858002 h 6858002"/>
                <a:gd name="connsiteX4" fmla="*/ 0 w 2024279"/>
                <a:gd name="connsiteY4" fmla="*/ 4962525 h 6858002"/>
                <a:gd name="connsiteX5" fmla="*/ 1242647 w 2024279"/>
                <a:gd name="connsiteY5" fmla="*/ 0 h 6858002"/>
                <a:gd name="connsiteX0" fmla="*/ 1235320 w 2016952"/>
                <a:gd name="connsiteY0" fmla="*/ 0 h 6858002"/>
                <a:gd name="connsiteX1" fmla="*/ 2016858 w 2016952"/>
                <a:gd name="connsiteY1" fmla="*/ 0 h 6858002"/>
                <a:gd name="connsiteX2" fmla="*/ 2016952 w 2016952"/>
                <a:gd name="connsiteY2" fmla="*/ 6858002 h 6858002"/>
                <a:gd name="connsiteX3" fmla="*/ 286190 w 2016952"/>
                <a:gd name="connsiteY3" fmla="*/ 6858002 h 6858002"/>
                <a:gd name="connsiteX4" fmla="*/ 0 w 2016952"/>
                <a:gd name="connsiteY4" fmla="*/ 4960147 h 6858002"/>
                <a:gd name="connsiteX5" fmla="*/ 1235320 w 2016952"/>
                <a:gd name="connsiteY5" fmla="*/ 0 h 6858002"/>
                <a:gd name="connsiteX0" fmla="*/ 1240205 w 2021837"/>
                <a:gd name="connsiteY0" fmla="*/ 0 h 6858002"/>
                <a:gd name="connsiteX1" fmla="*/ 2021743 w 2021837"/>
                <a:gd name="connsiteY1" fmla="*/ 0 h 6858002"/>
                <a:gd name="connsiteX2" fmla="*/ 2021837 w 2021837"/>
                <a:gd name="connsiteY2" fmla="*/ 6858002 h 6858002"/>
                <a:gd name="connsiteX3" fmla="*/ 291075 w 2021837"/>
                <a:gd name="connsiteY3" fmla="*/ 6858002 h 6858002"/>
                <a:gd name="connsiteX4" fmla="*/ 0 w 2021837"/>
                <a:gd name="connsiteY4" fmla="*/ 4953015 h 6858002"/>
                <a:gd name="connsiteX5" fmla="*/ 1240205 w 2021837"/>
                <a:gd name="connsiteY5" fmla="*/ 0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1837" h="6858002">
                  <a:moveTo>
                    <a:pt x="1240205" y="0"/>
                  </a:moveTo>
                  <a:lnTo>
                    <a:pt x="2021743" y="0"/>
                  </a:lnTo>
                  <a:cubicBezTo>
                    <a:pt x="2021774" y="2286001"/>
                    <a:pt x="2021806" y="4572001"/>
                    <a:pt x="2021837" y="6858002"/>
                  </a:cubicBezTo>
                  <a:lnTo>
                    <a:pt x="291075" y="6858002"/>
                  </a:lnTo>
                  <a:lnTo>
                    <a:pt x="0" y="4953015"/>
                  </a:lnTo>
                  <a:lnTo>
                    <a:pt x="1240205" y="0"/>
                  </a:lnTo>
                  <a:close/>
                </a:path>
              </a:pathLst>
            </a:custGeom>
            <a:gradFill flip="none" rotWithShape="1">
              <a:gsLst>
                <a:gs pos="83000">
                  <a:srgbClr val="CF713D"/>
                </a:gs>
                <a:gs pos="100000">
                  <a:srgbClr val="993E37"/>
                </a:gs>
                <a:gs pos="23000">
                  <a:srgbClr val="EFC285"/>
                </a:gs>
                <a:gs pos="72000">
                  <a:srgbClr val="E97C3F"/>
                </a:gs>
                <a:gs pos="0">
                  <a:srgbClr val="F3CF9F"/>
                </a:gs>
              </a:gsLst>
              <a:lin ang="162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8" name="자유형 17"/>
            <p:cNvSpPr/>
            <p:nvPr/>
          </p:nvSpPr>
          <p:spPr>
            <a:xfrm>
              <a:off x="7185923" y="-7621"/>
              <a:ext cx="1985010" cy="4951095"/>
            </a:xfrm>
            <a:custGeom>
              <a:avLst/>
              <a:gdLst>
                <a:gd name="connsiteX0" fmla="*/ 0 w 2000250"/>
                <a:gd name="connsiteY0" fmla="*/ 0 h 4972050"/>
                <a:gd name="connsiteX1" fmla="*/ 771525 w 2000250"/>
                <a:gd name="connsiteY1" fmla="*/ 4972050 h 4972050"/>
                <a:gd name="connsiteX2" fmla="*/ 2000250 w 2000250"/>
                <a:gd name="connsiteY2" fmla="*/ 28575 h 4972050"/>
                <a:gd name="connsiteX3" fmla="*/ 0 w 2000250"/>
                <a:gd name="connsiteY3" fmla="*/ 0 h 4972050"/>
                <a:gd name="connsiteX0" fmla="*/ 0 w 1992630"/>
                <a:gd name="connsiteY0" fmla="*/ 0 h 4964430"/>
                <a:gd name="connsiteX1" fmla="*/ 763905 w 1992630"/>
                <a:gd name="connsiteY1" fmla="*/ 4964430 h 4964430"/>
                <a:gd name="connsiteX2" fmla="*/ 1992630 w 1992630"/>
                <a:gd name="connsiteY2" fmla="*/ 20955 h 4964430"/>
                <a:gd name="connsiteX3" fmla="*/ 0 w 1992630"/>
                <a:gd name="connsiteY3" fmla="*/ 0 h 4964430"/>
                <a:gd name="connsiteX0" fmla="*/ 0 w 1985010"/>
                <a:gd name="connsiteY0" fmla="*/ 0 h 4949190"/>
                <a:gd name="connsiteX1" fmla="*/ 756285 w 1985010"/>
                <a:gd name="connsiteY1" fmla="*/ 4949190 h 4949190"/>
                <a:gd name="connsiteX2" fmla="*/ 1985010 w 1985010"/>
                <a:gd name="connsiteY2" fmla="*/ 5715 h 4949190"/>
                <a:gd name="connsiteX3" fmla="*/ 0 w 1985010"/>
                <a:gd name="connsiteY3" fmla="*/ 0 h 4949190"/>
                <a:gd name="connsiteX0" fmla="*/ 0 w 1985010"/>
                <a:gd name="connsiteY0" fmla="*/ 0 h 4949190"/>
                <a:gd name="connsiteX1" fmla="*/ 756285 w 1985010"/>
                <a:gd name="connsiteY1" fmla="*/ 4949190 h 4949190"/>
                <a:gd name="connsiteX2" fmla="*/ 1985010 w 1985010"/>
                <a:gd name="connsiteY2" fmla="*/ 5715 h 4949190"/>
                <a:gd name="connsiteX3" fmla="*/ 0 w 1985010"/>
                <a:gd name="connsiteY3" fmla="*/ 0 h 4949190"/>
                <a:gd name="connsiteX0" fmla="*/ 0 w 1985010"/>
                <a:gd name="connsiteY0" fmla="*/ 1905 h 4951095"/>
                <a:gd name="connsiteX1" fmla="*/ 756285 w 1985010"/>
                <a:gd name="connsiteY1" fmla="*/ 4951095 h 4951095"/>
                <a:gd name="connsiteX2" fmla="*/ 1985010 w 1985010"/>
                <a:gd name="connsiteY2" fmla="*/ 0 h 4951095"/>
                <a:gd name="connsiteX3" fmla="*/ 0 w 1985010"/>
                <a:gd name="connsiteY3" fmla="*/ 1905 h 495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5010" h="4951095">
                  <a:moveTo>
                    <a:pt x="0" y="1905"/>
                  </a:moveTo>
                  <a:lnTo>
                    <a:pt x="756285" y="4951095"/>
                  </a:lnTo>
                  <a:lnTo>
                    <a:pt x="1985010" y="0"/>
                  </a:lnTo>
                  <a:lnTo>
                    <a:pt x="0" y="1905"/>
                  </a:lnTo>
                  <a:close/>
                </a:path>
              </a:pathLst>
            </a:custGeom>
            <a:gradFill flip="none" rotWithShape="1">
              <a:gsLst>
                <a:gs pos="71000">
                  <a:srgbClr val="D3512D"/>
                </a:gs>
                <a:gs pos="46000">
                  <a:srgbClr val="DF6136"/>
                </a:gs>
                <a:gs pos="0">
                  <a:srgbClr val="F3CC97"/>
                </a:gs>
                <a:gs pos="100000">
                  <a:srgbClr val="821E26"/>
                </a:gs>
              </a:gsLst>
              <a:lin ang="186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맑은 고딕"/>
                <a:cs typeface="Calibri" pitchFamily="34" charset="0"/>
              </a:endParaRPr>
            </a:p>
          </p:txBody>
        </p:sp>
        <p:sp>
          <p:nvSpPr>
            <p:cNvPr id="19" name="자유형 18"/>
            <p:cNvSpPr/>
            <p:nvPr/>
          </p:nvSpPr>
          <p:spPr>
            <a:xfrm>
              <a:off x="7443733" y="4943475"/>
              <a:ext cx="795392" cy="1914525"/>
            </a:xfrm>
            <a:custGeom>
              <a:avLst/>
              <a:gdLst>
                <a:gd name="connsiteX0" fmla="*/ 466725 w 762000"/>
                <a:gd name="connsiteY0" fmla="*/ 0 h 1933575"/>
                <a:gd name="connsiteX1" fmla="*/ 762000 w 762000"/>
                <a:gd name="connsiteY1" fmla="*/ 1933575 h 1933575"/>
                <a:gd name="connsiteX2" fmla="*/ 0 w 762000"/>
                <a:gd name="connsiteY2" fmla="*/ 1933575 h 1933575"/>
                <a:gd name="connsiteX3" fmla="*/ 466725 w 762000"/>
                <a:gd name="connsiteY3" fmla="*/ 0 h 1933575"/>
                <a:gd name="connsiteX0" fmla="*/ 530225 w 762000"/>
                <a:gd name="connsiteY0" fmla="*/ 0 h 1790700"/>
                <a:gd name="connsiteX1" fmla="*/ 762000 w 762000"/>
                <a:gd name="connsiteY1" fmla="*/ 1790700 h 1790700"/>
                <a:gd name="connsiteX2" fmla="*/ 0 w 762000"/>
                <a:gd name="connsiteY2" fmla="*/ 1790700 h 1790700"/>
                <a:gd name="connsiteX3" fmla="*/ 530225 w 762000"/>
                <a:gd name="connsiteY3" fmla="*/ 0 h 1790700"/>
                <a:gd name="connsiteX0" fmla="*/ 476250 w 762000"/>
                <a:gd name="connsiteY0" fmla="*/ 0 h 1905000"/>
                <a:gd name="connsiteX1" fmla="*/ 762000 w 762000"/>
                <a:gd name="connsiteY1" fmla="*/ 1905000 h 1905000"/>
                <a:gd name="connsiteX2" fmla="*/ 0 w 762000"/>
                <a:gd name="connsiteY2" fmla="*/ 1905000 h 1905000"/>
                <a:gd name="connsiteX3" fmla="*/ 476250 w 762000"/>
                <a:gd name="connsiteY3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1905000">
                  <a:moveTo>
                    <a:pt x="476250" y="0"/>
                  </a:moveTo>
                  <a:lnTo>
                    <a:pt x="762000" y="1905000"/>
                  </a:lnTo>
                  <a:lnTo>
                    <a:pt x="0" y="190500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F4DDBA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맑은 고딕"/>
                <a:cs typeface="Calibri" pitchFamily="34" charset="0"/>
              </a:endParaRPr>
            </a:p>
          </p:txBody>
        </p:sp>
      </p:grp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631826" y="1787400"/>
            <a:ext cx="6847200" cy="32832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0" numCol="1" rtlCol="0" anchor="ctr" anchorCtr="0" compatLnSpc="1">
            <a:prstTxWarp prst="textNoShape">
              <a:avLst/>
            </a:prstTxWarp>
            <a:normAutofit/>
          </a:bodyPr>
          <a:lstStyle>
            <a:lvl1pPr latinLnBrk="0">
              <a:lnSpc>
                <a:spcPct val="110000"/>
              </a:lnSpc>
              <a:spcAft>
                <a:spcPts val="600"/>
              </a:spcAft>
              <a:defRPr lang="ko-KR" altLang="en-US" sz="3200" spc="-5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046985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서브 간지_옵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7480300" y="-9526"/>
            <a:ext cx="2425791" cy="6867526"/>
            <a:chOff x="7480299" y="-9526"/>
            <a:chExt cx="2425791" cy="6867526"/>
          </a:xfrm>
        </p:grpSpPr>
        <p:sp>
          <p:nvSpPr>
            <p:cNvPr id="9" name="자유형 8"/>
            <p:cNvSpPr/>
            <p:nvPr/>
          </p:nvSpPr>
          <p:spPr>
            <a:xfrm>
              <a:off x="8148132" y="-9526"/>
              <a:ext cx="1757958" cy="6867526"/>
            </a:xfrm>
            <a:custGeom>
              <a:avLst/>
              <a:gdLst>
                <a:gd name="connsiteX0" fmla="*/ 1250462 w 2032000"/>
                <a:gd name="connsiteY0" fmla="*/ 0 h 6858002"/>
                <a:gd name="connsiteX1" fmla="*/ 2032000 w 2032000"/>
                <a:gd name="connsiteY1" fmla="*/ 0 h 6858002"/>
                <a:gd name="connsiteX2" fmla="*/ 2022325 w 2032000"/>
                <a:gd name="connsiteY2" fmla="*/ 6858002 h 6858002"/>
                <a:gd name="connsiteX3" fmla="*/ 301332 w 2032000"/>
                <a:gd name="connsiteY3" fmla="*/ 6858002 h 6858002"/>
                <a:gd name="connsiteX4" fmla="*/ 0 w 2032000"/>
                <a:gd name="connsiteY4" fmla="*/ 4962525 h 6858002"/>
                <a:gd name="connsiteX5" fmla="*/ 1250462 w 2032000"/>
                <a:gd name="connsiteY5" fmla="*/ 0 h 6858002"/>
                <a:gd name="connsiteX0" fmla="*/ 1250462 w 2032000"/>
                <a:gd name="connsiteY0" fmla="*/ 0 h 6858002"/>
                <a:gd name="connsiteX1" fmla="*/ 2032000 w 2032000"/>
                <a:gd name="connsiteY1" fmla="*/ 0 h 6858002"/>
                <a:gd name="connsiteX2" fmla="*/ 2022325 w 2032000"/>
                <a:gd name="connsiteY2" fmla="*/ 6858002 h 6858002"/>
                <a:gd name="connsiteX3" fmla="*/ 301332 w 2032000"/>
                <a:gd name="connsiteY3" fmla="*/ 6858002 h 6858002"/>
                <a:gd name="connsiteX4" fmla="*/ 0 w 2032000"/>
                <a:gd name="connsiteY4" fmla="*/ 4962525 h 6858002"/>
                <a:gd name="connsiteX5" fmla="*/ 1250462 w 2032000"/>
                <a:gd name="connsiteY5" fmla="*/ 0 h 6858002"/>
                <a:gd name="connsiteX0" fmla="*/ 1250462 w 2032094"/>
                <a:gd name="connsiteY0" fmla="*/ 0 h 6858002"/>
                <a:gd name="connsiteX1" fmla="*/ 2032000 w 2032094"/>
                <a:gd name="connsiteY1" fmla="*/ 0 h 6858002"/>
                <a:gd name="connsiteX2" fmla="*/ 2032094 w 2032094"/>
                <a:gd name="connsiteY2" fmla="*/ 6858002 h 6858002"/>
                <a:gd name="connsiteX3" fmla="*/ 301332 w 2032094"/>
                <a:gd name="connsiteY3" fmla="*/ 6858002 h 6858002"/>
                <a:gd name="connsiteX4" fmla="*/ 0 w 2032094"/>
                <a:gd name="connsiteY4" fmla="*/ 4962525 h 6858002"/>
                <a:gd name="connsiteX5" fmla="*/ 1250462 w 2032094"/>
                <a:gd name="connsiteY5" fmla="*/ 0 h 6858002"/>
                <a:gd name="connsiteX0" fmla="*/ 1242647 w 2024279"/>
                <a:gd name="connsiteY0" fmla="*/ 0 h 6858002"/>
                <a:gd name="connsiteX1" fmla="*/ 2024185 w 2024279"/>
                <a:gd name="connsiteY1" fmla="*/ 0 h 6858002"/>
                <a:gd name="connsiteX2" fmla="*/ 2024279 w 2024279"/>
                <a:gd name="connsiteY2" fmla="*/ 6858002 h 6858002"/>
                <a:gd name="connsiteX3" fmla="*/ 293517 w 2024279"/>
                <a:gd name="connsiteY3" fmla="*/ 6858002 h 6858002"/>
                <a:gd name="connsiteX4" fmla="*/ 0 w 2024279"/>
                <a:gd name="connsiteY4" fmla="*/ 4962525 h 6858002"/>
                <a:gd name="connsiteX5" fmla="*/ 1242647 w 2024279"/>
                <a:gd name="connsiteY5" fmla="*/ 0 h 6858002"/>
                <a:gd name="connsiteX0" fmla="*/ 1235320 w 2016952"/>
                <a:gd name="connsiteY0" fmla="*/ 0 h 6858002"/>
                <a:gd name="connsiteX1" fmla="*/ 2016858 w 2016952"/>
                <a:gd name="connsiteY1" fmla="*/ 0 h 6858002"/>
                <a:gd name="connsiteX2" fmla="*/ 2016952 w 2016952"/>
                <a:gd name="connsiteY2" fmla="*/ 6858002 h 6858002"/>
                <a:gd name="connsiteX3" fmla="*/ 286190 w 2016952"/>
                <a:gd name="connsiteY3" fmla="*/ 6858002 h 6858002"/>
                <a:gd name="connsiteX4" fmla="*/ 0 w 2016952"/>
                <a:gd name="connsiteY4" fmla="*/ 4960147 h 6858002"/>
                <a:gd name="connsiteX5" fmla="*/ 1235320 w 2016952"/>
                <a:gd name="connsiteY5" fmla="*/ 0 h 6858002"/>
                <a:gd name="connsiteX0" fmla="*/ 1240205 w 2021837"/>
                <a:gd name="connsiteY0" fmla="*/ 0 h 6858002"/>
                <a:gd name="connsiteX1" fmla="*/ 2021743 w 2021837"/>
                <a:gd name="connsiteY1" fmla="*/ 0 h 6858002"/>
                <a:gd name="connsiteX2" fmla="*/ 2021837 w 2021837"/>
                <a:gd name="connsiteY2" fmla="*/ 6858002 h 6858002"/>
                <a:gd name="connsiteX3" fmla="*/ 291075 w 2021837"/>
                <a:gd name="connsiteY3" fmla="*/ 6858002 h 6858002"/>
                <a:gd name="connsiteX4" fmla="*/ 0 w 2021837"/>
                <a:gd name="connsiteY4" fmla="*/ 4953015 h 6858002"/>
                <a:gd name="connsiteX5" fmla="*/ 1240205 w 2021837"/>
                <a:gd name="connsiteY5" fmla="*/ 0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1837" h="6858002">
                  <a:moveTo>
                    <a:pt x="1240205" y="0"/>
                  </a:moveTo>
                  <a:lnTo>
                    <a:pt x="2021743" y="0"/>
                  </a:lnTo>
                  <a:cubicBezTo>
                    <a:pt x="2021774" y="2286001"/>
                    <a:pt x="2021806" y="4572001"/>
                    <a:pt x="2021837" y="6858002"/>
                  </a:cubicBezTo>
                  <a:lnTo>
                    <a:pt x="291075" y="6858002"/>
                  </a:lnTo>
                  <a:lnTo>
                    <a:pt x="0" y="4953015"/>
                  </a:lnTo>
                  <a:lnTo>
                    <a:pt x="1240205" y="0"/>
                  </a:lnTo>
                  <a:close/>
                </a:path>
              </a:pathLst>
            </a:custGeom>
            <a:gradFill>
              <a:gsLst>
                <a:gs pos="100000">
                  <a:srgbClr val="EED6B7"/>
                </a:gs>
                <a:gs pos="0">
                  <a:srgbClr val="F3DEBF"/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0" name="자유형 9"/>
            <p:cNvSpPr/>
            <p:nvPr/>
          </p:nvSpPr>
          <p:spPr>
            <a:xfrm>
              <a:off x="7480299" y="-7621"/>
              <a:ext cx="1770192" cy="4951095"/>
            </a:xfrm>
            <a:custGeom>
              <a:avLst/>
              <a:gdLst>
                <a:gd name="connsiteX0" fmla="*/ 0 w 2000250"/>
                <a:gd name="connsiteY0" fmla="*/ 0 h 4972050"/>
                <a:gd name="connsiteX1" fmla="*/ 771525 w 2000250"/>
                <a:gd name="connsiteY1" fmla="*/ 4972050 h 4972050"/>
                <a:gd name="connsiteX2" fmla="*/ 2000250 w 2000250"/>
                <a:gd name="connsiteY2" fmla="*/ 28575 h 4972050"/>
                <a:gd name="connsiteX3" fmla="*/ 0 w 2000250"/>
                <a:gd name="connsiteY3" fmla="*/ 0 h 4972050"/>
                <a:gd name="connsiteX0" fmla="*/ 0 w 1992630"/>
                <a:gd name="connsiteY0" fmla="*/ 0 h 4964430"/>
                <a:gd name="connsiteX1" fmla="*/ 763905 w 1992630"/>
                <a:gd name="connsiteY1" fmla="*/ 4964430 h 4964430"/>
                <a:gd name="connsiteX2" fmla="*/ 1992630 w 1992630"/>
                <a:gd name="connsiteY2" fmla="*/ 20955 h 4964430"/>
                <a:gd name="connsiteX3" fmla="*/ 0 w 1992630"/>
                <a:gd name="connsiteY3" fmla="*/ 0 h 4964430"/>
                <a:gd name="connsiteX0" fmla="*/ 0 w 1985010"/>
                <a:gd name="connsiteY0" fmla="*/ 0 h 4949190"/>
                <a:gd name="connsiteX1" fmla="*/ 756285 w 1985010"/>
                <a:gd name="connsiteY1" fmla="*/ 4949190 h 4949190"/>
                <a:gd name="connsiteX2" fmla="*/ 1985010 w 1985010"/>
                <a:gd name="connsiteY2" fmla="*/ 5715 h 4949190"/>
                <a:gd name="connsiteX3" fmla="*/ 0 w 1985010"/>
                <a:gd name="connsiteY3" fmla="*/ 0 h 4949190"/>
                <a:gd name="connsiteX0" fmla="*/ 0 w 1985010"/>
                <a:gd name="connsiteY0" fmla="*/ 0 h 4949190"/>
                <a:gd name="connsiteX1" fmla="*/ 756285 w 1985010"/>
                <a:gd name="connsiteY1" fmla="*/ 4949190 h 4949190"/>
                <a:gd name="connsiteX2" fmla="*/ 1985010 w 1985010"/>
                <a:gd name="connsiteY2" fmla="*/ 5715 h 4949190"/>
                <a:gd name="connsiteX3" fmla="*/ 0 w 1985010"/>
                <a:gd name="connsiteY3" fmla="*/ 0 h 4949190"/>
                <a:gd name="connsiteX0" fmla="*/ 0 w 1985010"/>
                <a:gd name="connsiteY0" fmla="*/ 1905 h 4951095"/>
                <a:gd name="connsiteX1" fmla="*/ 756285 w 1985010"/>
                <a:gd name="connsiteY1" fmla="*/ 4951095 h 4951095"/>
                <a:gd name="connsiteX2" fmla="*/ 1985010 w 1985010"/>
                <a:gd name="connsiteY2" fmla="*/ 0 h 4951095"/>
                <a:gd name="connsiteX3" fmla="*/ 0 w 1985010"/>
                <a:gd name="connsiteY3" fmla="*/ 1905 h 495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5010" h="4951095">
                  <a:moveTo>
                    <a:pt x="0" y="1905"/>
                  </a:moveTo>
                  <a:lnTo>
                    <a:pt x="756285" y="4951095"/>
                  </a:lnTo>
                  <a:lnTo>
                    <a:pt x="1985010" y="0"/>
                  </a:lnTo>
                  <a:lnTo>
                    <a:pt x="0" y="1905"/>
                  </a:lnTo>
                  <a:close/>
                </a:path>
              </a:pathLst>
            </a:custGeom>
            <a:gradFill flip="none" rotWithShape="1">
              <a:gsLst>
                <a:gs pos="98387">
                  <a:srgbClr val="D56837"/>
                </a:gs>
                <a:gs pos="68000">
                  <a:srgbClr val="DF8F6F"/>
                </a:gs>
                <a:gs pos="41000">
                  <a:srgbClr val="E0A280"/>
                </a:gs>
                <a:gs pos="0">
                  <a:srgbClr val="F3CC97"/>
                </a:gs>
              </a:gsLst>
              <a:lin ang="186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맑은 고딕"/>
                <a:cs typeface="Calibri" pitchFamily="34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 flipH="1">
              <a:off x="7741920" y="-9525"/>
              <a:ext cx="1494155" cy="6829425"/>
            </a:xfrm>
            <a:prstGeom prst="line">
              <a:avLst/>
            </a:prstGeom>
            <a:ln w="19050">
              <a:gradFill flip="none" rotWithShape="1">
                <a:gsLst>
                  <a:gs pos="37000">
                    <a:srgbClr val="DA7A54"/>
                  </a:gs>
                  <a:gs pos="100000">
                    <a:srgbClr val="CD5B2D"/>
                  </a:gs>
                  <a:gs pos="0">
                    <a:srgbClr val="EAD6C1">
                      <a:alpha val="0"/>
                    </a:srgbClr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631826" y="1805332"/>
            <a:ext cx="6847200" cy="32832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0" numCol="1" rtlCol="0" anchor="ctr" anchorCtr="0" compatLnSpc="1">
            <a:prstTxWarp prst="textNoShape">
              <a:avLst/>
            </a:prstTxWarp>
            <a:normAutofit/>
          </a:bodyPr>
          <a:lstStyle>
            <a:lvl1pPr latinLnBrk="0">
              <a:lnSpc>
                <a:spcPct val="110000"/>
              </a:lnSpc>
              <a:spcAft>
                <a:spcPts val="600"/>
              </a:spcAft>
              <a:defRPr lang="ko-KR" altLang="en-US" sz="2800" b="0" spc="-50" dirty="0">
                <a:ln w="12700" cmpd="sng">
                  <a:solidFill>
                    <a:sysClr val="windowText" lastClr="000000">
                      <a:alpha val="0"/>
                    </a:sysClr>
                  </a:solidFill>
                  <a:prstDash val="solid"/>
                </a:ln>
                <a:solidFill>
                  <a:schemeClr val="bg2"/>
                </a:solidFill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205984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&amp;본문_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1"/>
          <p:cNvSpPr>
            <a:spLocks noGrp="1"/>
          </p:cNvSpPr>
          <p:nvPr>
            <p:ph type="body" sz="quarter" idx="10"/>
          </p:nvPr>
        </p:nvSpPr>
        <p:spPr>
          <a:xfrm>
            <a:off x="425451" y="1341438"/>
            <a:ext cx="9074150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175191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&amp;2단 본문_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1"/>
          <p:cNvSpPr>
            <a:spLocks noGrp="1"/>
          </p:cNvSpPr>
          <p:nvPr>
            <p:ph type="body" sz="quarter" idx="10"/>
          </p:nvPr>
        </p:nvSpPr>
        <p:spPr>
          <a:xfrm>
            <a:off x="425451" y="1341438"/>
            <a:ext cx="4415491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11"/>
          <p:cNvSpPr>
            <a:spLocks noGrp="1"/>
          </p:cNvSpPr>
          <p:nvPr>
            <p:ph type="body" sz="quarter" idx="11"/>
          </p:nvPr>
        </p:nvSpPr>
        <p:spPr>
          <a:xfrm>
            <a:off x="5078132" y="1341438"/>
            <a:ext cx="4415491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1896999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&amp;이미지_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spcAft>
                <a:spcPts val="0"/>
              </a:spcAft>
              <a:defRPr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4903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타이틀&amp;이미지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spcAft>
                <a:spcPts val="0"/>
              </a:spcAft>
              <a:defRPr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직사각형 2"/>
          <p:cNvSpPr/>
          <p:nvPr userDrawn="1"/>
        </p:nvSpPr>
        <p:spPr>
          <a:xfrm>
            <a:off x="9032875" y="6584400"/>
            <a:ext cx="574625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4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1561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타이틀&amp;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0" y="-367"/>
            <a:ext cx="9906000" cy="910006"/>
            <a:chOff x="0" y="-368"/>
            <a:chExt cx="9906000" cy="981443"/>
          </a:xfrm>
        </p:grpSpPr>
        <p:sp>
          <p:nvSpPr>
            <p:cNvPr id="14" name="직사각형 13"/>
            <p:cNvSpPr/>
            <p:nvPr/>
          </p:nvSpPr>
          <p:spPr>
            <a:xfrm>
              <a:off x="0" y="0"/>
              <a:ext cx="9906000" cy="981075"/>
            </a:xfrm>
            <a:prstGeom prst="rect">
              <a:avLst/>
            </a:prstGeom>
            <a:gradFill flip="none" rotWithShape="1">
              <a:gsLst>
                <a:gs pos="100000">
                  <a:srgbClr val="EFBC7B">
                    <a:alpha val="95000"/>
                  </a:srgbClr>
                </a:gs>
                <a:gs pos="0">
                  <a:srgbClr val="F2D6AE">
                    <a:alpha val="3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8552330" y="-368"/>
              <a:ext cx="1353670" cy="981443"/>
              <a:chOff x="8552330" y="-368"/>
              <a:chExt cx="1353670" cy="981443"/>
            </a:xfrm>
          </p:grpSpPr>
          <p:sp>
            <p:nvSpPr>
              <p:cNvPr id="17" name="직각 삼각형 16"/>
              <p:cNvSpPr/>
              <p:nvPr/>
            </p:nvSpPr>
            <p:spPr>
              <a:xfrm flipH="1">
                <a:off x="9488487" y="0"/>
                <a:ext cx="417506" cy="981075"/>
              </a:xfrm>
              <a:prstGeom prst="rtTriangle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맑은 고딕"/>
                  <a:cs typeface="+mn-cs"/>
                </a:endParaRPr>
              </a:p>
            </p:txBody>
          </p:sp>
          <p:sp>
            <p:nvSpPr>
              <p:cNvPr id="18" name="직각 삼각형 17"/>
              <p:cNvSpPr/>
              <p:nvPr/>
            </p:nvSpPr>
            <p:spPr>
              <a:xfrm rot="10800000">
                <a:off x="8552330" y="-368"/>
                <a:ext cx="1353670" cy="385849"/>
              </a:xfrm>
              <a:prstGeom prst="rtTriangle">
                <a:avLst/>
              </a:prstGeom>
              <a:solidFill>
                <a:schemeClr val="bg1">
                  <a:alpha val="29000"/>
                </a:schemeClr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맑은 고딕"/>
                  <a:cs typeface="+mn-cs"/>
                </a:endParaRPr>
              </a:p>
            </p:txBody>
          </p:sp>
        </p:grpSp>
        <p:sp>
          <p:nvSpPr>
            <p:cNvPr id="16" name="자유형 15"/>
            <p:cNvSpPr/>
            <p:nvPr/>
          </p:nvSpPr>
          <p:spPr>
            <a:xfrm>
              <a:off x="9486099" y="389"/>
              <a:ext cx="417341" cy="980686"/>
            </a:xfrm>
            <a:custGeom>
              <a:avLst/>
              <a:gdLst>
                <a:gd name="connsiteX0" fmla="*/ 417341 w 417341"/>
                <a:gd name="connsiteY0" fmla="*/ 0 h 980686"/>
                <a:gd name="connsiteX1" fmla="*/ 199932 w 417341"/>
                <a:gd name="connsiteY1" fmla="*/ 980686 h 980686"/>
                <a:gd name="connsiteX2" fmla="*/ 0 w 417341"/>
                <a:gd name="connsiteY2" fmla="*/ 980686 h 98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341" h="980686">
                  <a:moveTo>
                    <a:pt x="417341" y="0"/>
                  </a:moveTo>
                  <a:lnTo>
                    <a:pt x="199932" y="980686"/>
                  </a:lnTo>
                  <a:lnTo>
                    <a:pt x="0" y="98068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12704"/>
            <a:ext cx="9073971" cy="896935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75" y="6580067"/>
            <a:ext cx="1130250" cy="113783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>
            <a:off x="9238664" y="6584400"/>
            <a:ext cx="368836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/>
          </p:nvPr>
        </p:nvSpPr>
        <p:spPr>
          <a:xfrm>
            <a:off x="425451" y="1341438"/>
            <a:ext cx="9074150" cy="4751387"/>
          </a:xfrm>
        </p:spPr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597966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타이틀&amp;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0" y="-367"/>
            <a:ext cx="9906000" cy="910006"/>
            <a:chOff x="0" y="-368"/>
            <a:chExt cx="9906000" cy="981443"/>
          </a:xfrm>
        </p:grpSpPr>
        <p:sp>
          <p:nvSpPr>
            <p:cNvPr id="12" name="직사각형 11"/>
            <p:cNvSpPr/>
            <p:nvPr/>
          </p:nvSpPr>
          <p:spPr>
            <a:xfrm>
              <a:off x="0" y="0"/>
              <a:ext cx="9906000" cy="981075"/>
            </a:xfrm>
            <a:prstGeom prst="rect">
              <a:avLst/>
            </a:prstGeom>
            <a:gradFill flip="none" rotWithShape="1">
              <a:gsLst>
                <a:gs pos="100000">
                  <a:srgbClr val="EFBC7B">
                    <a:alpha val="95000"/>
                  </a:srgbClr>
                </a:gs>
                <a:gs pos="0">
                  <a:srgbClr val="F2D6AE">
                    <a:alpha val="3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8552330" y="-368"/>
              <a:ext cx="1353670" cy="981443"/>
              <a:chOff x="8552330" y="-368"/>
              <a:chExt cx="1353670" cy="981443"/>
            </a:xfrm>
          </p:grpSpPr>
          <p:sp>
            <p:nvSpPr>
              <p:cNvPr id="16" name="직각 삼각형 15"/>
              <p:cNvSpPr/>
              <p:nvPr/>
            </p:nvSpPr>
            <p:spPr>
              <a:xfrm flipH="1">
                <a:off x="9488487" y="0"/>
                <a:ext cx="417506" cy="981075"/>
              </a:xfrm>
              <a:prstGeom prst="rtTriangle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맑은 고딕"/>
                  <a:cs typeface="+mn-cs"/>
                </a:endParaRPr>
              </a:p>
            </p:txBody>
          </p:sp>
          <p:sp>
            <p:nvSpPr>
              <p:cNvPr id="17" name="직각 삼각형 16"/>
              <p:cNvSpPr/>
              <p:nvPr/>
            </p:nvSpPr>
            <p:spPr>
              <a:xfrm rot="10800000">
                <a:off x="8552330" y="-368"/>
                <a:ext cx="1353670" cy="385849"/>
              </a:xfrm>
              <a:prstGeom prst="rtTriangle">
                <a:avLst/>
              </a:prstGeom>
              <a:solidFill>
                <a:schemeClr val="bg1">
                  <a:alpha val="29000"/>
                </a:schemeClr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맑은 고딕"/>
                  <a:cs typeface="+mn-cs"/>
                </a:endParaRPr>
              </a:p>
            </p:txBody>
          </p:sp>
        </p:grpSp>
        <p:sp>
          <p:nvSpPr>
            <p:cNvPr id="15" name="자유형 14"/>
            <p:cNvSpPr/>
            <p:nvPr/>
          </p:nvSpPr>
          <p:spPr>
            <a:xfrm>
              <a:off x="9486099" y="389"/>
              <a:ext cx="417341" cy="980686"/>
            </a:xfrm>
            <a:custGeom>
              <a:avLst/>
              <a:gdLst>
                <a:gd name="connsiteX0" fmla="*/ 417341 w 417341"/>
                <a:gd name="connsiteY0" fmla="*/ 0 h 980686"/>
                <a:gd name="connsiteX1" fmla="*/ 199932 w 417341"/>
                <a:gd name="connsiteY1" fmla="*/ 980686 h 980686"/>
                <a:gd name="connsiteX2" fmla="*/ 0 w 417341"/>
                <a:gd name="connsiteY2" fmla="*/ 980686 h 98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341" h="980686">
                  <a:moveTo>
                    <a:pt x="417341" y="0"/>
                  </a:moveTo>
                  <a:lnTo>
                    <a:pt x="199932" y="980686"/>
                  </a:lnTo>
                  <a:lnTo>
                    <a:pt x="0" y="98068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12704"/>
            <a:ext cx="9073971" cy="896935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9238664" y="6584400"/>
            <a:ext cx="368836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13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75" y="6580067"/>
            <a:ext cx="1130250" cy="1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66343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0" y="-297"/>
            <a:ext cx="9906859" cy="6858594"/>
          </a:xfrm>
          <a:prstGeom prst="rect">
            <a:avLst/>
          </a:prstGeom>
        </p:spPr>
      </p:pic>
      <p:sp>
        <p:nvSpPr>
          <p:cNvPr id="4" name="제목 1"/>
          <p:cNvSpPr txBox="1">
            <a:spLocks/>
          </p:cNvSpPr>
          <p:nvPr userDrawn="1"/>
        </p:nvSpPr>
        <p:spPr>
          <a:xfrm>
            <a:off x="409575" y="2811374"/>
            <a:ext cx="9080500" cy="1032327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800" b="0" kern="1200" spc="0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5D2A2C"/>
                </a:solidFill>
                <a:effectLst/>
                <a:uLnTx/>
                <a:uFillTx/>
                <a:latin typeface="Georgia" panose="02040502050405020303" pitchFamily="18" charset="0"/>
                <a:ea typeface="맑은 고딕"/>
                <a:cs typeface="+mj-cs"/>
              </a:rPr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02642839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감사합니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0" y="2084"/>
            <a:ext cx="9906859" cy="685859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23" y="5733190"/>
            <a:ext cx="1554301" cy="33551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7472" y="2773346"/>
            <a:ext cx="8151058" cy="1005927"/>
          </a:xfrm>
          <a:prstGeom prst="rect">
            <a:avLst/>
          </a:prstGeom>
        </p:spPr>
      </p:pic>
      <p:pic>
        <p:nvPicPr>
          <p:cNvPr id="20" name="Picture 11" descr="무제-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64" y="5742518"/>
            <a:ext cx="1568624" cy="217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26" y="5764485"/>
            <a:ext cx="975713" cy="3132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053" y="5753266"/>
            <a:ext cx="1166403" cy="3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420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모티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0" y="-297"/>
            <a:ext cx="9906859" cy="6858594"/>
          </a:xfrm>
          <a:prstGeom prst="rect">
            <a:avLst/>
          </a:prstGeom>
        </p:spPr>
      </p:pic>
      <p:pic>
        <p:nvPicPr>
          <p:cNvPr id="3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26939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모티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97777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1052736"/>
            <a:ext cx="9906000" cy="21602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87649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9576" y="12704"/>
            <a:ext cx="7845425" cy="111283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pPr lvl="0" defTabSz="914354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1" y="1341438"/>
            <a:ext cx="9070975" cy="475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9032875" y="6584400"/>
            <a:ext cx="574625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000" b="0" i="0" u="none" strike="noStrike" kern="0" cap="none" spc="0" normalizeH="0" baseline="0" noProof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9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 rot="21050846">
            <a:off x="5594469" y="6497502"/>
            <a:ext cx="4338000" cy="14400"/>
          </a:xfrm>
          <a:prstGeom prst="rect">
            <a:avLst/>
          </a:prstGeom>
          <a:solidFill>
            <a:srgbClr val="ECC48A"/>
          </a:solidFill>
          <a:ln>
            <a:solidFill>
              <a:schemeClr val="bg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 rot="237825">
            <a:off x="-9937" y="6499512"/>
            <a:ext cx="9929695" cy="14400"/>
          </a:xfrm>
          <a:prstGeom prst="rect">
            <a:avLst/>
          </a:prstGeom>
          <a:gradFill>
            <a:gsLst>
              <a:gs pos="13000">
                <a:srgbClr val="F0AC84"/>
              </a:gs>
              <a:gs pos="29000">
                <a:srgbClr val="E66B23"/>
              </a:gs>
              <a:gs pos="60000">
                <a:srgbClr val="DE0018"/>
              </a:gs>
              <a:gs pos="100000">
                <a:srgbClr val="650E1D"/>
              </a:gs>
            </a:gsLst>
            <a:lin ang="7800000" scaled="0"/>
          </a:gradFill>
          <a:ln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85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8" r:id="rId3"/>
    <p:sldLayoutId id="2147483679" r:id="rId4"/>
    <p:sldLayoutId id="2147483676" r:id="rId5"/>
    <p:sldLayoutId id="2147483672" r:id="rId6"/>
    <p:sldLayoutId id="2147483681" r:id="rId7"/>
    <p:sldLayoutId id="2147483675" r:id="rId8"/>
    <p:sldLayoutId id="2147483685" r:id="rId9"/>
    <p:sldLayoutId id="2147483666" r:id="rId10"/>
    <p:sldLayoutId id="2147483686" r:id="rId11"/>
    <p:sldLayoutId id="2147483682" r:id="rId12"/>
    <p:sldLayoutId id="2147483687" r:id="rId13"/>
    <p:sldLayoutId id="2147483671" r:id="rId14"/>
    <p:sldLayoutId id="2147483683" r:id="rId15"/>
    <p:sldLayoutId id="2147483667" r:id="rId16"/>
    <p:sldLayoutId id="2147483669" r:id="rId17"/>
    <p:sldLayoutId id="2147483684" r:id="rId18"/>
    <p:sldLayoutId id="2147483788" r:id="rId19"/>
  </p:sldLayoutIdLst>
  <p:transition>
    <p:fade/>
  </p:transition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altLang="en-US" sz="2400" b="1" kern="1200" spc="-45" baseline="0" dirty="0">
          <a:ln>
            <a:solidFill>
              <a:sysClr val="windowText" lastClr="000000">
                <a:alpha val="0"/>
              </a:sysClr>
            </a:solidFill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SzPct val="100000"/>
        <a:buFont typeface="Wingdings" panose="05000000000000000000" pitchFamily="2" charset="2"/>
        <a:buChar char="§"/>
        <a:defRPr lang="ko-KR" altLang="en-US" sz="1800" b="1" kern="1200" spc="-50" baseline="0" dirty="0" smtClean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1pPr>
      <a:lvl2pPr marL="538163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lang="ko-KR" altLang="en-US" sz="1600" b="0" kern="1200" spc="-50" baseline="0" dirty="0" smtClean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2pPr>
      <a:lvl3pPr marL="80645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lang="ko-KR" altLang="en-US" sz="1600" b="0" kern="1200" spc="-50" baseline="0" dirty="0" smtClean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3pPr>
      <a:lvl4pPr marL="1076325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lang="ko-KR" altLang="en-US" sz="1400" b="0" kern="1200" spc="-50" baseline="0" dirty="0" smtClean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4pPr>
      <a:lvl5pPr marL="1344613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lang="en-US" altLang="en-US" sz="1200" b="0" kern="1200" spc="-50" baseline="0" dirty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2" userDrawn="1">
          <p15:clr>
            <a:srgbClr val="F26B43"/>
          </p15:clr>
        </p15:guide>
        <p15:guide id="2" orient="horz" pos="845" userDrawn="1">
          <p15:clr>
            <a:srgbClr val="F26B43"/>
          </p15:clr>
        </p15:guide>
        <p15:guide id="3" pos="5978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9576" y="12704"/>
            <a:ext cx="7845425" cy="111283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pPr lvl="0" defTabSz="914354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1" y="1341438"/>
            <a:ext cx="9070975" cy="475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9032875" y="6584400"/>
            <a:ext cx="574625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9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 rot="21050846">
            <a:off x="5594469" y="6497502"/>
            <a:ext cx="4338000" cy="14400"/>
          </a:xfrm>
          <a:prstGeom prst="rect">
            <a:avLst/>
          </a:prstGeom>
          <a:solidFill>
            <a:srgbClr val="ECC48A"/>
          </a:solidFill>
          <a:ln>
            <a:solidFill>
              <a:schemeClr val="bg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1" name="직사각형 10"/>
          <p:cNvSpPr/>
          <p:nvPr userDrawn="1"/>
        </p:nvSpPr>
        <p:spPr>
          <a:xfrm rot="237825">
            <a:off x="-9937" y="6499512"/>
            <a:ext cx="9929695" cy="14400"/>
          </a:xfrm>
          <a:prstGeom prst="rect">
            <a:avLst/>
          </a:prstGeom>
          <a:gradFill>
            <a:gsLst>
              <a:gs pos="13000">
                <a:srgbClr val="F0AC84"/>
              </a:gs>
              <a:gs pos="29000">
                <a:srgbClr val="E66B23"/>
              </a:gs>
              <a:gs pos="60000">
                <a:srgbClr val="DE0018"/>
              </a:gs>
              <a:gs pos="100000">
                <a:srgbClr val="650E1D"/>
              </a:gs>
            </a:gsLst>
            <a:lin ang="7800000" scaled="0"/>
          </a:gradFill>
          <a:ln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010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</p:sldLayoutIdLst>
  <p:transition>
    <p:fade/>
  </p:transition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altLang="en-US" sz="2400" b="1" kern="1200" spc="-45" baseline="0" dirty="0">
          <a:ln>
            <a:solidFill>
              <a:sysClr val="windowText" lastClr="000000">
                <a:alpha val="0"/>
              </a:sysClr>
            </a:solidFill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SzPct val="100000"/>
        <a:buFont typeface="Wingdings" panose="05000000000000000000" pitchFamily="2" charset="2"/>
        <a:buChar char="§"/>
        <a:defRPr lang="ko-KR" altLang="en-US" sz="1800" b="1" kern="1200" spc="-50" baseline="0" dirty="0" smtClean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1pPr>
      <a:lvl2pPr marL="538163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lang="ko-KR" altLang="en-US" sz="1600" b="0" kern="1200" spc="-50" baseline="0" dirty="0" smtClean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2pPr>
      <a:lvl3pPr marL="80645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lang="ko-KR" altLang="en-US" sz="1600" b="0" kern="1200" spc="-50" baseline="0" dirty="0" smtClean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3pPr>
      <a:lvl4pPr marL="1076325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lang="ko-KR" altLang="en-US" sz="1400" b="0" kern="1200" spc="-50" baseline="0" dirty="0" smtClean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4pPr>
      <a:lvl5pPr marL="1344613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tx1">
            <a:lumMod val="50000"/>
            <a:lumOff val="50000"/>
          </a:schemeClr>
        </a:buClr>
        <a:buSzPct val="100000"/>
        <a:buFont typeface="Wingdings" panose="05000000000000000000" pitchFamily="2" charset="2"/>
        <a:buChar char="§"/>
        <a:defRPr lang="en-US" altLang="en-US" sz="1200" b="0" kern="1200" spc="-50" baseline="0" dirty="0">
          <a:ln>
            <a:solidFill>
              <a:sysClr val="windowText" lastClr="000000">
                <a:alpha val="0"/>
              </a:sysClr>
            </a:solidFill>
          </a:ln>
          <a:solidFill>
            <a:schemeClr val="tx1"/>
          </a:solidFill>
          <a:latin typeface="+mj-lt"/>
          <a:ea typeface="+mj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2">
          <p15:clr>
            <a:srgbClr val="F26B43"/>
          </p15:clr>
        </p15:guide>
        <p15:guide id="2" orient="horz" pos="845">
          <p15:clr>
            <a:srgbClr val="F26B43"/>
          </p15:clr>
        </p15:guide>
        <p15:guide id="3" pos="5978">
          <p15:clr>
            <a:srgbClr val="F26B43"/>
          </p15:clr>
        </p15:guide>
        <p15:guide id="4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3C2E3F4-FEC2-ACA5-54DE-0EF5AC48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컨설팅펌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센터 동향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9CDE71-4E50-78EF-2712-641BBD46B9F5}"/>
              </a:ext>
            </a:extLst>
          </p:cNvPr>
          <p:cNvSpPr/>
          <p:nvPr/>
        </p:nvSpPr>
        <p:spPr>
          <a:xfrm>
            <a:off x="415925" y="1341437"/>
            <a:ext cx="432000" cy="47513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현황</a:t>
            </a:r>
            <a:endParaRPr lang="ko-KR" altLang="en-US" b="1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335D4C-33D3-0205-D844-5C15BE130AC3}"/>
              </a:ext>
            </a:extLst>
          </p:cNvPr>
          <p:cNvSpPr/>
          <p:nvPr/>
        </p:nvSpPr>
        <p:spPr>
          <a:xfrm>
            <a:off x="919925" y="1341438"/>
            <a:ext cx="792000" cy="18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조직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598D3A-F3FF-D3AB-D72E-873B47598E2A}"/>
              </a:ext>
            </a:extLst>
          </p:cNvPr>
          <p:cNvSpPr/>
          <p:nvPr/>
        </p:nvSpPr>
        <p:spPr>
          <a:xfrm>
            <a:off x="919925" y="3356824"/>
            <a:ext cx="792000" cy="273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서비스</a:t>
            </a:r>
            <a:endParaRPr lang="en-US" altLang="ko-KR" sz="1600" b="1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ko-KR" altLang="en-US" sz="1600" b="1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오퍼링</a:t>
            </a:r>
            <a:endParaRPr lang="ko-KR" altLang="en-US" sz="1600" b="1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C79662C-A22E-AF90-11A1-50EE714FF441}"/>
              </a:ext>
            </a:extLst>
          </p:cNvPr>
          <p:cNvCxnSpPr>
            <a:cxnSpLocks/>
          </p:cNvCxnSpPr>
          <p:nvPr/>
        </p:nvCxnSpPr>
        <p:spPr>
          <a:xfrm>
            <a:off x="978000" y="3249131"/>
            <a:ext cx="8512075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9032875" y="6584400"/>
            <a:ext cx="574625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ko-KR" sz="1000" b="0" i="0" u="none" strike="noStrike" kern="0" cap="none" spc="0" normalizeH="0" baseline="0" noProof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104" name="그래픽 14">
            <a:extLst>
              <a:ext uri="{FF2B5EF4-FFF2-40B4-BE49-F238E27FC236}">
                <a16:creationId xmlns:a16="http://schemas.microsoft.com/office/drawing/2014/main" id="{13E63AC0-6D92-D147-9589-FB37617B1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5787FE5-7B61-32DA-0F93-B6199F175AC2}"/>
              </a:ext>
            </a:extLst>
          </p:cNvPr>
          <p:cNvGrpSpPr/>
          <p:nvPr/>
        </p:nvGrpSpPr>
        <p:grpSpPr>
          <a:xfrm>
            <a:off x="1769075" y="1345519"/>
            <a:ext cx="7804890" cy="594151"/>
            <a:chOff x="1769075" y="1345519"/>
            <a:chExt cx="7804890" cy="594151"/>
          </a:xfrm>
        </p:grpSpPr>
        <p:sp>
          <p:nvSpPr>
            <p:cNvPr id="18" name="텍스트 개체 틀 10">
              <a:extLst>
                <a:ext uri="{FF2B5EF4-FFF2-40B4-BE49-F238E27FC236}">
                  <a16:creationId xmlns:a16="http://schemas.microsoft.com/office/drawing/2014/main" id="{35E7AEA6-3DAF-7570-F67C-629E45D5FEA0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dirty="0">
                  <a:latin typeface="+mn-ea"/>
                </a:rPr>
                <a:t>기존 컨설팅 조직 </a:t>
              </a:r>
              <a:r>
                <a:rPr lang="en-US" altLang="ko-KR" sz="1400" dirty="0">
                  <a:latin typeface="+mn-ea"/>
                </a:rPr>
                <a:t>(CRM/</a:t>
              </a:r>
              <a:r>
                <a:rPr lang="ko-KR" altLang="en-US" sz="1400" dirty="0">
                  <a:latin typeface="+mn-ea"/>
                </a:rPr>
                <a:t>영업</a:t>
              </a:r>
              <a:r>
                <a:rPr lang="en-US" altLang="ko-KR" sz="1400" dirty="0">
                  <a:latin typeface="+mn-ea"/>
                </a:rPr>
                <a:t>, Data Analytics </a:t>
              </a:r>
              <a:r>
                <a:rPr lang="ko-KR" altLang="en-US" sz="1400" dirty="0">
                  <a:latin typeface="+mn-ea"/>
                </a:rPr>
                <a:t>등</a:t>
              </a:r>
              <a:r>
                <a:rPr lang="en-US" altLang="ko-KR" sz="1400" dirty="0">
                  <a:latin typeface="+mn-ea"/>
                </a:rPr>
                <a:t>)</a:t>
              </a:r>
              <a:r>
                <a:rPr lang="ko-KR" altLang="en-US" sz="1400" dirty="0">
                  <a:latin typeface="+mn-ea"/>
                </a:rPr>
                <a:t>을 </a:t>
              </a:r>
              <a:r>
                <a:rPr lang="en-US" altLang="ko-KR" sz="1400" dirty="0">
                  <a:latin typeface="+mn-ea"/>
                </a:rPr>
                <a:t>AI </a:t>
              </a:r>
              <a:r>
                <a:rPr lang="ko-KR" altLang="en-US" sz="1400" dirty="0">
                  <a:latin typeface="+mn-ea"/>
                </a:rPr>
                <a:t>센터로 개편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22B313-138D-12DE-A112-1749CACCA594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280590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비즈니스 언어로 소통하는 컨설턴트 조직과 기술 전문가 중심의 조직을 통합하거나 협업하는 형태로 운영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C4FCD5C-140A-22D8-2851-B8FA106C8590}"/>
              </a:ext>
            </a:extLst>
          </p:cNvPr>
          <p:cNvGrpSpPr/>
          <p:nvPr/>
        </p:nvGrpSpPr>
        <p:grpSpPr>
          <a:xfrm>
            <a:off x="1769075" y="2056608"/>
            <a:ext cx="7721000" cy="1083399"/>
            <a:chOff x="1769075" y="2084699"/>
            <a:chExt cx="7721000" cy="1083399"/>
          </a:xfrm>
        </p:grpSpPr>
        <p:sp>
          <p:nvSpPr>
            <p:cNvPr id="32" name="텍스트 개체 틀 10">
              <a:extLst>
                <a:ext uri="{FF2B5EF4-FFF2-40B4-BE49-F238E27FC236}">
                  <a16:creationId xmlns:a16="http://schemas.microsoft.com/office/drawing/2014/main" id="{4E0EA023-BAA4-11BA-F128-918E7C6214AB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208469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dirty="0">
                  <a:latin typeface="+mn-ea"/>
                </a:rPr>
                <a:t>기술 전문가는 데이터 분석가</a:t>
              </a:r>
              <a:r>
                <a:rPr lang="en-US" altLang="ko-KR" sz="1400" dirty="0">
                  <a:latin typeface="+mn-ea"/>
                </a:rPr>
                <a:t>, AI </a:t>
              </a:r>
              <a:r>
                <a:rPr lang="ko-KR" altLang="en-US" sz="1400" dirty="0" err="1">
                  <a:latin typeface="+mn-ea"/>
                </a:rPr>
                <a:t>모델러</a:t>
              </a:r>
              <a:r>
                <a:rPr lang="en-US" altLang="ko-KR" sz="1400" dirty="0">
                  <a:latin typeface="+mn-ea"/>
                </a:rPr>
                <a:t>, AI </a:t>
              </a:r>
              <a:r>
                <a:rPr lang="ko-KR" altLang="en-US" sz="1400" dirty="0">
                  <a:latin typeface="+mn-ea"/>
                </a:rPr>
                <a:t>개발자 등을 운영</a:t>
              </a:r>
              <a:endParaRPr lang="en-US" altLang="ko-KR" sz="1400" dirty="0">
                <a:latin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04197B-CE65-BF82-9AD6-CEDCA2330560}"/>
                </a:ext>
              </a:extLst>
            </p:cNvPr>
            <p:cNvSpPr txBox="1"/>
            <p:nvPr/>
          </p:nvSpPr>
          <p:spPr>
            <a:xfrm>
              <a:off x="2022686" y="2402952"/>
              <a:ext cx="7464539" cy="765146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IT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거버넌스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 /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데이터 </a:t>
              </a:r>
              <a:r>
                <a:rPr kumimoji="1" lang="ko-KR" altLang="en-US" sz="1100" kern="0" spc="-5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사이언티스트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 백그라운드를 가진 인원을 각 산업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/</a:t>
              </a:r>
              <a:r>
                <a:rPr kumimoji="1" lang="ko-KR" altLang="en-US" sz="1100" kern="0" spc="-5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밸류체인별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 도메인 전문가로 육성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(PwC)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비즈니스 컨설턴트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+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기술 전문가 약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130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명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(KPMG)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기술 전문가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12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명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–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비즈니스 컨설턴트 협업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</a:t>
              </a:r>
              <a:b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</a:b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(Deloitte)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비즈니스 컨설턴트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+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기술 전문가 약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100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명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(EY) PI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컨설턴트 약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50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명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F7AF83C-C4D5-90D1-0BAD-005AE99B2F81}"/>
              </a:ext>
            </a:extLst>
          </p:cNvPr>
          <p:cNvGrpSpPr/>
          <p:nvPr/>
        </p:nvGrpSpPr>
        <p:grpSpPr>
          <a:xfrm>
            <a:off x="1769075" y="3373883"/>
            <a:ext cx="7804890" cy="875574"/>
            <a:chOff x="1769075" y="1345519"/>
            <a:chExt cx="7804890" cy="875574"/>
          </a:xfrm>
        </p:grpSpPr>
        <p:sp>
          <p:nvSpPr>
            <p:cNvPr id="29" name="텍스트 개체 틀 10">
              <a:extLst>
                <a:ext uri="{FF2B5EF4-FFF2-40B4-BE49-F238E27FC236}">
                  <a16:creationId xmlns:a16="http://schemas.microsoft.com/office/drawing/2014/main" id="{6610A4DC-0D43-4CBB-95C3-21B0ADBE2E82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dirty="0">
                  <a:latin typeface="+mn-ea"/>
                </a:rPr>
                <a:t>과제 발굴 </a:t>
              </a:r>
              <a:r>
                <a:rPr lang="en-US" altLang="ko-KR" sz="1400" dirty="0">
                  <a:latin typeface="+mn-ea"/>
                </a:rPr>
                <a:t>(AXP) → </a:t>
              </a:r>
              <a:r>
                <a:rPr lang="ko-KR" altLang="en-US" sz="1400" dirty="0">
                  <a:latin typeface="+mn-ea"/>
                </a:rPr>
                <a:t>시스템 구축 → </a:t>
              </a:r>
              <a:r>
                <a:rPr lang="en-US" altLang="ko-KR" sz="1400" dirty="0">
                  <a:latin typeface="+mn-ea"/>
                </a:rPr>
                <a:t>Managed Service</a:t>
              </a:r>
              <a:r>
                <a:rPr lang="ko-KR" altLang="en-US" sz="1400" dirty="0">
                  <a:latin typeface="+mn-ea"/>
                </a:rPr>
                <a:t>까지 전반에 걸쳐 수행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59E4FB9-EF98-3737-AEFC-9855A3007800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5620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PwC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는 과거부터 컨설팅에서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System Integration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으로 서비스 범위를 확대해 왔으며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AI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관련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Managed Service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까지 수행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기업을 대상으로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ERP,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CRM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 등 높은 도메인 전문성이 요구되는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PI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 컨설팅과 함께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도입 추진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51D2947-0A92-3353-2425-00D084D911DF}"/>
              </a:ext>
            </a:extLst>
          </p:cNvPr>
          <p:cNvGrpSpPr/>
          <p:nvPr/>
        </p:nvGrpSpPr>
        <p:grpSpPr>
          <a:xfrm>
            <a:off x="1769075" y="4366336"/>
            <a:ext cx="7804890" cy="874227"/>
            <a:chOff x="1769075" y="1345519"/>
            <a:chExt cx="7804890" cy="874227"/>
          </a:xfrm>
        </p:grpSpPr>
        <p:sp>
          <p:nvSpPr>
            <p:cNvPr id="33" name="텍스트 개체 틀 10">
              <a:extLst>
                <a:ext uri="{FF2B5EF4-FFF2-40B4-BE49-F238E27FC236}">
                  <a16:creationId xmlns:a16="http://schemas.microsoft.com/office/drawing/2014/main" id="{7A79F188-C154-3C47-2CFA-95AA400CBBA9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재무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,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인사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·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총무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,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마케팅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,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연구개발 분야에 생성형 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AI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도입 프로젝트 발굴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6B6DB7C-958A-E763-B269-016B85597AEB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560666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불경기로 인력절감 및 업무 효율화를 위한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도입이 다수이며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마케팅 중 고객 서비스 등 대외 분쟁 우려가 있는 영역은 소극적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대기업 계열사의 신생 기업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합병 기업 대상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도입이 상대적으로 용이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sp>
        <p:nvSpPr>
          <p:cNvPr id="37" name="텍스트 개체 틀 10">
            <a:extLst>
              <a:ext uri="{FF2B5EF4-FFF2-40B4-BE49-F238E27FC236}">
                <a16:creationId xmlns:a16="http://schemas.microsoft.com/office/drawing/2014/main" id="{38271D05-F23B-DE3D-A4C0-A6B0613B7877}"/>
              </a:ext>
            </a:extLst>
          </p:cNvPr>
          <p:cNvSpPr txBox="1">
            <a:spLocks/>
          </p:cNvSpPr>
          <p:nvPr/>
        </p:nvSpPr>
        <p:spPr>
          <a:xfrm>
            <a:off x="1769075" y="5783572"/>
            <a:ext cx="7721000" cy="30925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lang="ko-KR" altLang="en-US" sz="1800" b="1" kern="1200" spc="-5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538163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 lang="ko-KR" altLang="en-US" sz="1600" b="0" kern="1200" spc="-5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80645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 lang="ko-KR" altLang="en-US" sz="1600" b="0" kern="1200" spc="-5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076325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 lang="ko-KR" altLang="en-US" sz="1400" b="0" kern="1200" spc="-5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344613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 lang="en-US" altLang="en-US" sz="1200" b="0" kern="1200" spc="-50" baseline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금융권 내부통제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AI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도입 프로젝트 발굴</a:t>
            </a:r>
            <a:endParaRPr lang="en-US" altLang="ko-KR" sz="1400" dirty="0"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39" name="텍스트 개체 틀 10">
            <a:extLst>
              <a:ext uri="{FF2B5EF4-FFF2-40B4-BE49-F238E27FC236}">
                <a16:creationId xmlns:a16="http://schemas.microsoft.com/office/drawing/2014/main" id="{263811D9-AAC7-0AE0-2906-6B38067E3C78}"/>
              </a:ext>
            </a:extLst>
          </p:cNvPr>
          <p:cNvSpPr txBox="1">
            <a:spLocks/>
          </p:cNvSpPr>
          <p:nvPr/>
        </p:nvSpPr>
        <p:spPr>
          <a:xfrm>
            <a:off x="1769075" y="5357442"/>
            <a:ext cx="7721000" cy="30925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lang="ko-KR" altLang="en-US" sz="1800" b="1" kern="1200" spc="-5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538163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 lang="ko-KR" altLang="en-US" sz="1600" b="0" kern="1200" spc="-5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80645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 lang="ko-KR" altLang="en-US" sz="1600" b="0" kern="1200" spc="-5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076325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 lang="ko-KR" altLang="en-US" sz="1400" b="0" kern="1200" spc="-5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344613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 lang="en-US" altLang="en-US" sz="1200" b="0" kern="1200" spc="-50" baseline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생산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/SCM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분야는 과거부터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ML/DL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도입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높은 도메인 전문성 요구</a:t>
            </a:r>
            <a:endParaRPr lang="en-US" altLang="ko-KR" sz="1400" dirty="0">
              <a:latin typeface="+mn-ea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17208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3C2E3F4-FEC2-ACA5-54DE-0EF5AC48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컨설팅펌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센터 동향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9CDE71-4E50-78EF-2712-641BBD46B9F5}"/>
              </a:ext>
            </a:extLst>
          </p:cNvPr>
          <p:cNvSpPr/>
          <p:nvPr/>
        </p:nvSpPr>
        <p:spPr>
          <a:xfrm>
            <a:off x="415925" y="1341438"/>
            <a:ext cx="432000" cy="129506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현황</a:t>
            </a:r>
            <a:endParaRPr lang="ko-KR" altLang="en-US" b="1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6FBBC8-B614-9C4F-A0EB-39C483B19D9D}"/>
              </a:ext>
            </a:extLst>
          </p:cNvPr>
          <p:cNvSpPr/>
          <p:nvPr/>
        </p:nvSpPr>
        <p:spPr>
          <a:xfrm>
            <a:off x="415925" y="2849374"/>
            <a:ext cx="1296000" cy="324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전망 및 기회</a:t>
            </a:r>
            <a:endParaRPr lang="ko-KR" altLang="en-US" b="1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F90B6DD-C873-8E8B-9AA4-00D050D4F2EA}"/>
              </a:ext>
            </a:extLst>
          </p:cNvPr>
          <p:cNvSpPr/>
          <p:nvPr/>
        </p:nvSpPr>
        <p:spPr>
          <a:xfrm>
            <a:off x="919925" y="1341438"/>
            <a:ext cx="792000" cy="12950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솔루션</a:t>
            </a:r>
            <a:r>
              <a:rPr lang="en-US" altLang="ko-KR" sz="16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16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시스템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5AE36DA-2BD1-DF04-295E-F801BAD68387}"/>
              </a:ext>
            </a:extLst>
          </p:cNvPr>
          <p:cNvSpPr/>
          <p:nvPr/>
        </p:nvSpPr>
        <p:spPr>
          <a:xfrm>
            <a:off x="9032875" y="6584400"/>
            <a:ext cx="574625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altLang="ko-KR" sz="1000" b="0" i="0" u="none" strike="noStrike" kern="0" cap="none" spc="0" normalizeH="0" baseline="0" noProof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41" name="그래픽 14">
            <a:extLst>
              <a:ext uri="{FF2B5EF4-FFF2-40B4-BE49-F238E27FC236}">
                <a16:creationId xmlns:a16="http://schemas.microsoft.com/office/drawing/2014/main" id="{0D3F4958-B263-9E7A-A952-8FEC14C28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07DDE35-C9CA-2B16-7001-79AD9E716DDD}"/>
              </a:ext>
            </a:extLst>
          </p:cNvPr>
          <p:cNvCxnSpPr>
            <a:cxnSpLocks/>
          </p:cNvCxnSpPr>
          <p:nvPr/>
        </p:nvCxnSpPr>
        <p:spPr>
          <a:xfrm>
            <a:off x="489000" y="2742940"/>
            <a:ext cx="90000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934CF06-9E24-1FC1-9162-B76987E09031}"/>
              </a:ext>
            </a:extLst>
          </p:cNvPr>
          <p:cNvGrpSpPr/>
          <p:nvPr/>
        </p:nvGrpSpPr>
        <p:grpSpPr>
          <a:xfrm>
            <a:off x="1769075" y="1345519"/>
            <a:ext cx="7804890" cy="594151"/>
            <a:chOff x="1769075" y="1345519"/>
            <a:chExt cx="7804890" cy="594151"/>
          </a:xfrm>
        </p:grpSpPr>
        <p:sp>
          <p:nvSpPr>
            <p:cNvPr id="13" name="텍스트 개체 틀 10">
              <a:extLst>
                <a:ext uri="{FF2B5EF4-FFF2-40B4-BE49-F238E27FC236}">
                  <a16:creationId xmlns:a16="http://schemas.microsoft.com/office/drawing/2014/main" id="{640315EC-F369-BB3B-53EC-2B8AE28B6993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+mn-ea"/>
                </a:rPr>
                <a:t>AI </a:t>
              </a:r>
              <a:r>
                <a:rPr lang="ko-KR" altLang="en-US" sz="1400" dirty="0">
                  <a:latin typeface="+mn-ea"/>
                </a:rPr>
                <a:t>시스템 구축 프로젝트는 </a:t>
              </a:r>
              <a:r>
                <a:rPr lang="en-US" altLang="ko-KR" sz="1400" dirty="0">
                  <a:latin typeface="+mn-ea"/>
                </a:rPr>
                <a:t>Asset </a:t>
              </a:r>
              <a:r>
                <a:rPr lang="ko-KR" altLang="en-US" sz="1400" dirty="0">
                  <a:latin typeface="+mn-ea"/>
                </a:rPr>
                <a:t>기반으로 </a:t>
              </a:r>
              <a:r>
                <a:rPr lang="en-US" altLang="ko-KR" sz="1400" dirty="0">
                  <a:latin typeface="+mn-ea"/>
                </a:rPr>
                <a:t>On-Premise </a:t>
              </a:r>
              <a:r>
                <a:rPr lang="ko-KR" altLang="en-US" sz="1400" dirty="0">
                  <a:latin typeface="+mn-ea"/>
                </a:rPr>
                <a:t>구축에 집중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0F538E-B252-C62B-72D1-5C3DF989FFAB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280590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솔루션을 판매하고 있지 않으며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과거 구축 사례를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Asset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으로 활용하여 고객 사이트에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Customizing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하여 구축함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687AFE-8DB7-459F-1719-74F4BF225AEB}"/>
              </a:ext>
            </a:extLst>
          </p:cNvPr>
          <p:cNvGrpSpPr/>
          <p:nvPr/>
        </p:nvGrpSpPr>
        <p:grpSpPr>
          <a:xfrm>
            <a:off x="1769075" y="2042354"/>
            <a:ext cx="7804890" cy="594151"/>
            <a:chOff x="1769075" y="1345519"/>
            <a:chExt cx="7804890" cy="594151"/>
          </a:xfrm>
        </p:grpSpPr>
        <p:sp>
          <p:nvSpPr>
            <p:cNvPr id="18" name="텍스트 개체 틀 10">
              <a:extLst>
                <a:ext uri="{FF2B5EF4-FFF2-40B4-BE49-F238E27FC236}">
                  <a16:creationId xmlns:a16="http://schemas.microsoft.com/office/drawing/2014/main" id="{2787BA50-9EF0-2CB0-0007-744731152317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dirty="0">
                  <a:latin typeface="+mn-ea"/>
                </a:rPr>
                <a:t>글로벌에서 대규모 투자를 통해 확보한 </a:t>
              </a:r>
              <a:r>
                <a:rPr lang="en-US" altLang="ko-KR" sz="1400" dirty="0">
                  <a:latin typeface="+mn-ea"/>
                </a:rPr>
                <a:t>AI </a:t>
              </a:r>
              <a:r>
                <a:rPr lang="ko-KR" altLang="en-US" sz="1400" dirty="0">
                  <a:latin typeface="+mn-ea"/>
                </a:rPr>
                <a:t>플랫폼 보유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E98CF-EBFE-E47C-AA39-D2F00B8FE88E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280590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(EY) EY.ai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는 내부 업무 효율화에만 활용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(Deloitte) Zora AI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활용하여 고객사에 구축할 수 있는 사업 발굴 중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10F4531-156B-0229-5411-792DA1A58ABA}"/>
              </a:ext>
            </a:extLst>
          </p:cNvPr>
          <p:cNvGrpSpPr/>
          <p:nvPr/>
        </p:nvGrpSpPr>
        <p:grpSpPr>
          <a:xfrm>
            <a:off x="1769075" y="2841873"/>
            <a:ext cx="7804890" cy="875574"/>
            <a:chOff x="1769075" y="1345519"/>
            <a:chExt cx="7804890" cy="875574"/>
          </a:xfrm>
        </p:grpSpPr>
        <p:sp>
          <p:nvSpPr>
            <p:cNvPr id="27" name="텍스트 개체 틀 10">
              <a:extLst>
                <a:ext uri="{FF2B5EF4-FFF2-40B4-BE49-F238E27FC236}">
                  <a16:creationId xmlns:a16="http://schemas.microsoft.com/office/drawing/2014/main" id="{2F860ED6-966F-CADC-972A-12A057835D5F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AI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기본법 하위 법령 구체화에 따른 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AI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거버넌스 및 후속 프로젝트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C58DCC-40C8-567D-3F21-5A5489CD6B34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5620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안전성 확보 의무 대상 시스템 및 </a:t>
              </a:r>
              <a:r>
                <a:rPr kumimoji="1" lang="ko-KR" altLang="en-US" sz="1100" kern="0" spc="-5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고영향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 인공지능 확인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사업자 책무 등 관련 컨설팅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프로젝트 추진하면서 활용 가능한 데이터 부족 인식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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대규모 데이터 정비 및 구축 프로젝트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F5DBA6A-7F48-3F40-2F06-CB9CBBCF3E29}"/>
              </a:ext>
            </a:extLst>
          </p:cNvPr>
          <p:cNvGrpSpPr/>
          <p:nvPr/>
        </p:nvGrpSpPr>
        <p:grpSpPr>
          <a:xfrm>
            <a:off x="1769075" y="3820131"/>
            <a:ext cx="7804890" cy="594151"/>
            <a:chOff x="1769075" y="1345519"/>
            <a:chExt cx="7804890" cy="594151"/>
          </a:xfrm>
        </p:grpSpPr>
        <p:sp>
          <p:nvSpPr>
            <p:cNvPr id="32" name="텍스트 개체 틀 10">
              <a:extLst>
                <a:ext uri="{FF2B5EF4-FFF2-40B4-BE49-F238E27FC236}">
                  <a16:creationId xmlns:a16="http://schemas.microsoft.com/office/drawing/2014/main" id="{CCC09942-E30A-E0B8-FF9F-9FFCF1267E63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금융권 내부통제 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AI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프로젝트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687B1DA-42E0-1F8E-1CCD-978722AEDC90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280590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책무구조도 후속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AML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등 프로젝트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D723BAA-97F1-2125-6B4D-41A971C4D14A}"/>
              </a:ext>
            </a:extLst>
          </p:cNvPr>
          <p:cNvGrpSpPr/>
          <p:nvPr/>
        </p:nvGrpSpPr>
        <p:grpSpPr>
          <a:xfrm>
            <a:off x="1769075" y="5495223"/>
            <a:ext cx="7804890" cy="594151"/>
            <a:chOff x="1769075" y="1345519"/>
            <a:chExt cx="7804890" cy="594151"/>
          </a:xfrm>
        </p:grpSpPr>
        <p:sp>
          <p:nvSpPr>
            <p:cNvPr id="44" name="텍스트 개체 틀 10">
              <a:extLst>
                <a:ext uri="{FF2B5EF4-FFF2-40B4-BE49-F238E27FC236}">
                  <a16:creationId xmlns:a16="http://schemas.microsoft.com/office/drawing/2014/main" id="{E4F9ADCA-8B58-F514-8A43-DD074A3E4478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AI Agent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채용에 따른 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HR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분야 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Compliance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체계 수립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83F766-C10A-A6C1-53F0-4F606CB7D3F6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280590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개별 부서에서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AI Agent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를 각자 도입해 왔으나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,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권한에 따른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Compliance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및 내부통제 등 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HR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측면의 체계 수립 필요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1F51265-3A8B-C580-0109-122FACDC388E}"/>
              </a:ext>
            </a:extLst>
          </p:cNvPr>
          <p:cNvGrpSpPr/>
          <p:nvPr/>
        </p:nvGrpSpPr>
        <p:grpSpPr>
          <a:xfrm>
            <a:off x="1769075" y="4516966"/>
            <a:ext cx="7804890" cy="875574"/>
            <a:chOff x="1769075" y="1345519"/>
            <a:chExt cx="7804890" cy="875574"/>
          </a:xfrm>
        </p:grpSpPr>
        <p:sp>
          <p:nvSpPr>
            <p:cNvPr id="4" name="텍스트 개체 틀 10">
              <a:extLst>
                <a:ext uri="{FF2B5EF4-FFF2-40B4-BE49-F238E27FC236}">
                  <a16:creationId xmlns:a16="http://schemas.microsoft.com/office/drawing/2014/main" id="{3FC68636-9CAA-42F2-3C80-0CB082306F79}"/>
                </a:ext>
              </a:extLst>
            </p:cNvPr>
            <p:cNvSpPr txBox="1">
              <a:spLocks/>
            </p:cNvSpPr>
            <p:nvPr/>
          </p:nvSpPr>
          <p:spPr>
            <a:xfrm>
              <a:off x="1769075" y="1345519"/>
              <a:ext cx="7721000" cy="30925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lang="ko-KR" altLang="en-US" sz="1800" b="1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1pPr>
              <a:lvl2pPr marL="53816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2pPr>
              <a:lvl3pPr marL="806450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6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3pPr>
              <a:lvl4pPr marL="1076325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ko-KR" altLang="en-US" sz="1400" b="0" kern="1200" spc="-50" baseline="0" dirty="0" smtClean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4pPr>
              <a:lvl5pPr marL="1344613" indent="-2286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>
                    <a:lumMod val="50000"/>
                    <a:lumOff val="50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lang="en-US" altLang="en-US" sz="1200" b="0" kern="1200" spc="-50" baseline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latin typeface="+mj-lt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AI 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관련 데이터 정비</a:t>
              </a:r>
              <a:r>
                <a:rPr lang="en-US" altLang="ko-KR" sz="1400" dirty="0">
                  <a:latin typeface="+mn-ea"/>
                  <a:sym typeface="Wingdings" panose="05000000000000000000" pitchFamily="2" charset="2"/>
                </a:rPr>
                <a:t>·</a:t>
              </a:r>
              <a:r>
                <a:rPr lang="ko-KR" altLang="en-US" sz="1400" dirty="0">
                  <a:latin typeface="+mn-ea"/>
                  <a:sym typeface="Wingdings" panose="05000000000000000000" pitchFamily="2" charset="2"/>
                </a:rPr>
                <a:t>구축 프로젝트</a:t>
              </a:r>
              <a:endParaRPr lang="en-US" altLang="ko-KR" sz="1400" dirty="0">
                <a:latin typeface="+mn-ea"/>
                <a:sym typeface="Wingdings" panose="05000000000000000000" pitchFamily="2" charset="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B2F4D2-2826-D5C3-3B10-885E2B53B3AF}"/>
                </a:ext>
              </a:extLst>
            </p:cNvPr>
            <p:cNvSpPr txBox="1"/>
            <p:nvPr/>
          </p:nvSpPr>
          <p:spPr>
            <a:xfrm>
              <a:off x="2022686" y="1659080"/>
              <a:ext cx="7551279" cy="56201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프로젝트 추진하면서 활용할 수 있는 데이터가 정비되어 있지 않거나 충분치 않은 것으로 인식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  <a:p>
              <a:pPr marL="180000" lvl="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데이터 정비</a:t>
              </a:r>
              <a:r>
                <a:rPr kumimoji="1" lang="en-US" altLang="ko-KR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·</a:t>
              </a:r>
              <a:r>
                <a:rPr kumimoji="1" lang="ko-KR" altLang="en-US" sz="11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</a:rPr>
                <a:t>구축의 효율성 및 효과성 확보 필요</a:t>
              </a:r>
              <a:endParaRPr kumimoji="1" lang="en-US" altLang="ko-KR" sz="11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772855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3C2E3F4-FEC2-ACA5-54DE-0EF5AC48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 err="1"/>
              <a:t>컨설팅펌</a:t>
            </a:r>
            <a:r>
              <a:rPr lang="ko-KR" altLang="en-US" dirty="0"/>
              <a:t> 현황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5AE36DA-2BD1-DF04-295E-F801BAD68387}"/>
              </a:ext>
            </a:extLst>
          </p:cNvPr>
          <p:cNvSpPr/>
          <p:nvPr/>
        </p:nvSpPr>
        <p:spPr>
          <a:xfrm>
            <a:off x="9032875" y="6584400"/>
            <a:ext cx="574625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ko-KR" sz="1000" b="0" i="0" u="none" strike="noStrike" kern="0" cap="none" spc="0" normalizeH="0" baseline="0" noProof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41" name="그래픽 14">
            <a:extLst>
              <a:ext uri="{FF2B5EF4-FFF2-40B4-BE49-F238E27FC236}">
                <a16:creationId xmlns:a16="http://schemas.microsoft.com/office/drawing/2014/main" id="{0D3F4958-B263-9E7A-A952-8FEC14C28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D156A8-4902-1CCD-B5C8-A1DE7A200F1C}"/>
              </a:ext>
            </a:extLst>
          </p:cNvPr>
          <p:cNvSpPr/>
          <p:nvPr/>
        </p:nvSpPr>
        <p:spPr>
          <a:xfrm>
            <a:off x="1712913" y="1339124"/>
            <a:ext cx="3096085" cy="792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defTabSz="914400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주요 대기업 및 금융기관 대상으로 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AI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과제발굴부터 구축 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/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운영까지 제공</a:t>
            </a:r>
            <a:endParaRPr kumimoji="1" lang="en-US" altLang="ko-KR" sz="1000" kern="0" spc="-50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tx1"/>
              </a:solidFill>
            </a:endParaRPr>
          </a:p>
          <a:p>
            <a:pPr marL="180000" indent="-180000" defTabSz="914400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On-Premise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 시스템 구축 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+ Managed Service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제공</a:t>
            </a:r>
            <a:endParaRPr kumimoji="1" lang="en-US" altLang="ko-KR" sz="1000" kern="0" spc="-50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1C8F73-0350-65E7-9985-E5AE304CD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17" y="1555124"/>
            <a:ext cx="72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4" name="그룹 2053">
            <a:extLst>
              <a:ext uri="{FF2B5EF4-FFF2-40B4-BE49-F238E27FC236}">
                <a16:creationId xmlns:a16="http://schemas.microsoft.com/office/drawing/2014/main" id="{FEDCB084-ACC2-EEE8-A243-E1A91548F04F}"/>
              </a:ext>
            </a:extLst>
          </p:cNvPr>
          <p:cNvGrpSpPr/>
          <p:nvPr/>
        </p:nvGrpSpPr>
        <p:grpSpPr>
          <a:xfrm>
            <a:off x="415924" y="2277000"/>
            <a:ext cx="4393074" cy="864000"/>
            <a:chOff x="415924" y="2133000"/>
            <a:chExt cx="4393074" cy="864000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716D664-00AA-6736-BFDD-CBF6F4D9E3AC}"/>
                </a:ext>
              </a:extLst>
            </p:cNvPr>
            <p:cNvSpPr/>
            <p:nvPr/>
          </p:nvSpPr>
          <p:spPr>
            <a:xfrm>
              <a:off x="415924" y="2133000"/>
              <a:ext cx="792000" cy="864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조직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B55FB36-09F4-53D7-41DB-B4E7847AA5F7}"/>
                </a:ext>
              </a:extLst>
            </p:cNvPr>
            <p:cNvSpPr/>
            <p:nvPr/>
          </p:nvSpPr>
          <p:spPr>
            <a:xfrm>
              <a:off x="1281000" y="2133000"/>
              <a:ext cx="3527998" cy="86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디지털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&amp; AI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본부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(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구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Emerging Tech Lab)</a:t>
              </a: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데이터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클라우드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전문가로 전체 약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130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명 운영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055" name="그룹 2054">
            <a:extLst>
              <a:ext uri="{FF2B5EF4-FFF2-40B4-BE49-F238E27FC236}">
                <a16:creationId xmlns:a16="http://schemas.microsoft.com/office/drawing/2014/main" id="{CA6FA497-A743-0A77-9F75-865210549DD9}"/>
              </a:ext>
            </a:extLst>
          </p:cNvPr>
          <p:cNvGrpSpPr/>
          <p:nvPr/>
        </p:nvGrpSpPr>
        <p:grpSpPr>
          <a:xfrm>
            <a:off x="415924" y="3289500"/>
            <a:ext cx="4393074" cy="1368000"/>
            <a:chOff x="415924" y="3145500"/>
            <a:chExt cx="4393074" cy="115200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3BA5FC0-C373-08D2-60F5-0AD7DB326320}"/>
                </a:ext>
              </a:extLst>
            </p:cNvPr>
            <p:cNvSpPr/>
            <p:nvPr/>
          </p:nvSpPr>
          <p:spPr>
            <a:xfrm>
              <a:off x="415924" y="3145500"/>
              <a:ext cx="792000" cy="11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서비스 </a:t>
              </a:r>
              <a:r>
                <a:rPr lang="ko-KR" altLang="en-US" sz="1200" b="1" spc="-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오퍼링</a:t>
              </a:r>
              <a:endParaRPr lang="ko-KR" altLang="en-US" sz="12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DA6A839-E223-2351-83C5-5FDEEF265CE7}"/>
                </a:ext>
              </a:extLst>
            </p:cNvPr>
            <p:cNvSpPr/>
            <p:nvPr/>
          </p:nvSpPr>
          <p:spPr>
            <a:xfrm>
              <a:off x="1281000" y="3145500"/>
              <a:ext cx="3527998" cy="11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삼성전자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SK Hynix,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금융기관 등 대기업 중심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On-Premise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구축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SAP,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Sales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Force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등 글로벌 솔루션 기반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통합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재무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·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경영관리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효율화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HR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채용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·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성과평가 자동화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금융기관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거버넌스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내부통제</a:t>
              </a:r>
            </a:p>
          </p:txBody>
        </p:sp>
      </p:grpSp>
      <p:grpSp>
        <p:nvGrpSpPr>
          <p:cNvPr id="2056" name="그룹 2055">
            <a:extLst>
              <a:ext uri="{FF2B5EF4-FFF2-40B4-BE49-F238E27FC236}">
                <a16:creationId xmlns:a16="http://schemas.microsoft.com/office/drawing/2014/main" id="{7A0A0077-94F1-C365-51F8-7E5EBD3E5DA6}"/>
              </a:ext>
            </a:extLst>
          </p:cNvPr>
          <p:cNvGrpSpPr/>
          <p:nvPr/>
        </p:nvGrpSpPr>
        <p:grpSpPr>
          <a:xfrm>
            <a:off x="415924" y="4797000"/>
            <a:ext cx="4393074" cy="1152000"/>
            <a:chOff x="415924" y="4459200"/>
            <a:chExt cx="4393074" cy="115200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D069804-A751-EF24-50CB-C2E1F323AE3F}"/>
                </a:ext>
              </a:extLst>
            </p:cNvPr>
            <p:cNvSpPr/>
            <p:nvPr/>
          </p:nvSpPr>
          <p:spPr>
            <a:xfrm>
              <a:off x="415924" y="4459200"/>
              <a:ext cx="792000" cy="11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AI </a:t>
              </a:r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역량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6BD3A5C-102A-4146-F740-BA697E74A296}"/>
                </a:ext>
              </a:extLst>
            </p:cNvPr>
            <p:cNvSpPr/>
            <p:nvPr/>
          </p:nvSpPr>
          <p:spPr>
            <a:xfrm>
              <a:off x="1281000" y="4459200"/>
              <a:ext cx="3527998" cy="11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과제발굴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–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구축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– Managed Service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까지 제공</a:t>
              </a: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과거 프로젝트를 통해 개발한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Asset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기반으로 구축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ML/DL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기반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sym typeface="Wingdings" panose="05000000000000000000" pitchFamily="2" charset="2"/>
                </a:rPr>
                <a:t>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최근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LLM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까지 확장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7F655B-D86F-ECF0-58A5-F5D8614F42B6}"/>
              </a:ext>
            </a:extLst>
          </p:cNvPr>
          <p:cNvSpPr/>
          <p:nvPr/>
        </p:nvSpPr>
        <p:spPr>
          <a:xfrm>
            <a:off x="6393496" y="1339124"/>
            <a:ext cx="3096085" cy="792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defTabSz="914400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MS Copilot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과 자체 플랫폼인 </a:t>
            </a:r>
            <a:r>
              <a:rPr kumimoji="1" lang="en-US" altLang="ko-KR" sz="1000" kern="0" spc="-50" dirty="0" err="1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KAigen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을 선택적으로 잘 활용하여 고객에게 최적의 솔루션 제공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2B7EF03-2D4C-D6A8-7243-1DD5AC6F6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436" y="1574362"/>
            <a:ext cx="81317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7" name="그룹 2056">
            <a:extLst>
              <a:ext uri="{FF2B5EF4-FFF2-40B4-BE49-F238E27FC236}">
                <a16:creationId xmlns:a16="http://schemas.microsoft.com/office/drawing/2014/main" id="{B8699274-1A96-A7F0-9B88-2FB80E8B12A6}"/>
              </a:ext>
            </a:extLst>
          </p:cNvPr>
          <p:cNvGrpSpPr/>
          <p:nvPr/>
        </p:nvGrpSpPr>
        <p:grpSpPr>
          <a:xfrm>
            <a:off x="5097004" y="2277000"/>
            <a:ext cx="4393074" cy="864000"/>
            <a:chOff x="5097004" y="2133000"/>
            <a:chExt cx="4393074" cy="86400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94DDA3E-3D77-252D-1ACB-D8285796E6F9}"/>
                </a:ext>
              </a:extLst>
            </p:cNvPr>
            <p:cNvSpPr/>
            <p:nvPr/>
          </p:nvSpPr>
          <p:spPr>
            <a:xfrm>
              <a:off x="5097004" y="2133000"/>
              <a:ext cx="792000" cy="864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조직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6936BC3-BB7E-6FE9-6913-4822B1DA59F0}"/>
                </a:ext>
              </a:extLst>
            </p:cNvPr>
            <p:cNvSpPr/>
            <p:nvPr/>
          </p:nvSpPr>
          <p:spPr>
            <a:xfrm>
              <a:off x="5962080" y="2133000"/>
              <a:ext cx="3527998" cy="86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MC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본부 산하에 비즈니스 컨설팅 조직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+ 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센터 운영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센터에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Full Time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인력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12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명 운영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(AI </a:t>
              </a:r>
              <a:r>
                <a:rPr kumimoji="1" lang="ko-KR" altLang="en-US" sz="1000" kern="0" spc="-5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모델러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및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개발자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)</a:t>
              </a: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rgbClr val="908D83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전사 개발 조직인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Lighthouse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과 협력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·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활용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(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약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40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명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)</a:t>
              </a:r>
              <a:endPara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Calibri"/>
                <a:ea typeface="맑은 고딕"/>
              </a:endParaRPr>
            </a:p>
          </p:txBody>
        </p:sp>
      </p:grpSp>
      <p:grpSp>
        <p:nvGrpSpPr>
          <p:cNvPr id="2058" name="그룹 2057">
            <a:extLst>
              <a:ext uri="{FF2B5EF4-FFF2-40B4-BE49-F238E27FC236}">
                <a16:creationId xmlns:a16="http://schemas.microsoft.com/office/drawing/2014/main" id="{468420C6-32DA-F4D3-C41A-6770A57BF149}"/>
              </a:ext>
            </a:extLst>
          </p:cNvPr>
          <p:cNvGrpSpPr/>
          <p:nvPr/>
        </p:nvGrpSpPr>
        <p:grpSpPr>
          <a:xfrm>
            <a:off x="5097004" y="3289500"/>
            <a:ext cx="4393074" cy="1368000"/>
            <a:chOff x="5097004" y="3145500"/>
            <a:chExt cx="4393074" cy="115200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808FF3F-C8CF-9B67-207D-7175A8ABB67F}"/>
                </a:ext>
              </a:extLst>
            </p:cNvPr>
            <p:cNvSpPr/>
            <p:nvPr/>
          </p:nvSpPr>
          <p:spPr>
            <a:xfrm>
              <a:off x="5097004" y="3145500"/>
              <a:ext cx="792000" cy="11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서비스 </a:t>
              </a:r>
              <a:r>
                <a:rPr lang="ko-KR" altLang="en-US" sz="1200" b="1" spc="-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오퍼링</a:t>
              </a:r>
              <a:endParaRPr lang="ko-KR" altLang="en-US" sz="12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48" name="직사각형 2047">
              <a:extLst>
                <a:ext uri="{FF2B5EF4-FFF2-40B4-BE49-F238E27FC236}">
                  <a16:creationId xmlns:a16="http://schemas.microsoft.com/office/drawing/2014/main" id="{15714CF5-5BC8-C784-F4CC-A96722D37B0F}"/>
                </a:ext>
              </a:extLst>
            </p:cNvPr>
            <p:cNvSpPr/>
            <p:nvPr/>
          </p:nvSpPr>
          <p:spPr>
            <a:xfrm>
              <a:off x="5962080" y="3145500"/>
              <a:ext cx="3527998" cy="11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M365 + Copilot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기반으로 내부 업무 효율화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marR="0" lvl="1" indent="-18000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rgbClr val="908D83"/>
                </a:buClr>
                <a:buSzTx/>
                <a:buFont typeface="Calibri" panose="020F0502020204030204" pitchFamily="34" charset="0"/>
                <a:buChar char="-"/>
                <a:tabLst/>
                <a:defRPr/>
              </a:pPr>
              <a:r>
                <a:rPr kumimoji="1" lang="en-US" altLang="ko-KR" sz="1000" b="0" i="0" u="none" strike="noStrike" kern="0" cap="none" spc="-50" normalizeH="0" baseline="0" noProof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MS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의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Fund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를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활용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,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 고객에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PoC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제공 후 후속 프로젝트 수임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ERP, CRM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등 구축 시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도입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전략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+ 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거버넌스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+ EU AI Act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대응 묶어서 컨설팅 서비스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K-SOX (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내부회계 관리제도 컴플라이언스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)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분야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도입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059" name="그룹 2058">
            <a:extLst>
              <a:ext uri="{FF2B5EF4-FFF2-40B4-BE49-F238E27FC236}">
                <a16:creationId xmlns:a16="http://schemas.microsoft.com/office/drawing/2014/main" id="{BCCC526F-19EE-167B-31B5-4C1736B3402F}"/>
              </a:ext>
            </a:extLst>
          </p:cNvPr>
          <p:cNvGrpSpPr/>
          <p:nvPr/>
        </p:nvGrpSpPr>
        <p:grpSpPr>
          <a:xfrm>
            <a:off x="5097004" y="4797000"/>
            <a:ext cx="4393074" cy="1152000"/>
            <a:chOff x="5097004" y="4459200"/>
            <a:chExt cx="4393074" cy="1152000"/>
          </a:xfrm>
        </p:grpSpPr>
        <p:sp>
          <p:nvSpPr>
            <p:cNvPr id="2051" name="직사각형 2050">
              <a:extLst>
                <a:ext uri="{FF2B5EF4-FFF2-40B4-BE49-F238E27FC236}">
                  <a16:creationId xmlns:a16="http://schemas.microsoft.com/office/drawing/2014/main" id="{3AE239C3-CC0F-4FF9-65B3-391ED3F6E114}"/>
                </a:ext>
              </a:extLst>
            </p:cNvPr>
            <p:cNvSpPr/>
            <p:nvPr/>
          </p:nvSpPr>
          <p:spPr>
            <a:xfrm>
              <a:off x="5097004" y="4459200"/>
              <a:ext cx="792000" cy="11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AI </a:t>
              </a:r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역량</a:t>
              </a:r>
            </a:p>
          </p:txBody>
        </p:sp>
        <p:sp>
          <p:nvSpPr>
            <p:cNvPr id="2053" name="직사각형 2052">
              <a:extLst>
                <a:ext uri="{FF2B5EF4-FFF2-40B4-BE49-F238E27FC236}">
                  <a16:creationId xmlns:a16="http://schemas.microsoft.com/office/drawing/2014/main" id="{9E8C4286-0812-021C-1304-53E65ED385B6}"/>
                </a:ext>
              </a:extLst>
            </p:cNvPr>
            <p:cNvSpPr/>
            <p:nvPr/>
          </p:nvSpPr>
          <p:spPr>
            <a:xfrm>
              <a:off x="5962080" y="4459200"/>
              <a:ext cx="3527998" cy="11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Copilot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기반으로 짧은 기간에 기업 내부 업무 효율화 수행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자체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플랫폼인 </a:t>
              </a:r>
              <a:r>
                <a:rPr kumimoji="1" lang="en-US" altLang="ko-KR" sz="1000" kern="0" spc="-5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KAigen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보유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·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활용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rgbClr val="908D83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재무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영업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구매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등 기업의 각 </a:t>
              </a:r>
              <a:r>
                <a:rPr kumimoji="1" lang="ko-KR" altLang="en-US" sz="1000" kern="0" spc="-5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밸류체인별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Agent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latin typeface="Calibri"/>
                  <a:ea typeface="맑은 고딕"/>
                </a:rPr>
                <a:t>개발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Calibri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043521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3C2E3F4-FEC2-ACA5-54DE-0EF5AC48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 err="1"/>
              <a:t>컨설팅펌</a:t>
            </a:r>
            <a:r>
              <a:rPr lang="ko-KR" altLang="en-US" dirty="0"/>
              <a:t> 현황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5AE36DA-2BD1-DF04-295E-F801BAD68387}"/>
              </a:ext>
            </a:extLst>
          </p:cNvPr>
          <p:cNvSpPr/>
          <p:nvPr/>
        </p:nvSpPr>
        <p:spPr>
          <a:xfrm>
            <a:off x="9032875" y="6584400"/>
            <a:ext cx="574625" cy="13453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1250" tIns="45625" rIns="91250" bIns="45625" rtlCol="0" anchor="ctr"/>
          <a:lstStyle/>
          <a:p>
            <a:pPr marL="0" marR="0" lvl="0" indent="0" algn="r" defTabSz="912498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7EE3D3-5033-46DF-8126-1868DE3FF9D7}" type="slidenum">
              <a:rPr kumimoji="1" lang="en-US" altLang="ko-KR" sz="1000" b="0" i="0" u="none" strike="noStrike" kern="0" cap="none" spc="0" normalizeH="0" baseline="0" noProof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굴림" pitchFamily="50" charset="-127"/>
                <a:cs typeface="+mn-cs"/>
              </a:rPr>
              <a:pPr marL="0" marR="0" lvl="0" indent="0" algn="r" defTabSz="912498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000" b="0" i="0" u="none" strike="noStrike" kern="0" cap="none" spc="0" normalizeH="0" baseline="0" noProof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굴림" pitchFamily="50" charset="-127"/>
              <a:cs typeface="+mn-cs"/>
            </a:endParaRPr>
          </a:p>
        </p:txBody>
      </p:sp>
      <p:pic>
        <p:nvPicPr>
          <p:cNvPr id="41" name="그래픽 14">
            <a:extLst>
              <a:ext uri="{FF2B5EF4-FFF2-40B4-BE49-F238E27FC236}">
                <a16:creationId xmlns:a16="http://schemas.microsoft.com/office/drawing/2014/main" id="{0D3F4958-B263-9E7A-A952-8FEC14C28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075" y="335068"/>
            <a:ext cx="1130250" cy="11378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D156A8-4902-1CCD-B5C8-A1DE7A200F1C}"/>
              </a:ext>
            </a:extLst>
          </p:cNvPr>
          <p:cNvSpPr/>
          <p:nvPr/>
        </p:nvSpPr>
        <p:spPr>
          <a:xfrm>
            <a:off x="1712913" y="1339124"/>
            <a:ext cx="3096085" cy="792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defTabSz="914400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Gen BI, MI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등 영역부터 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AI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컨설팅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·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구축 확대 노력 중</a:t>
            </a:r>
            <a:endParaRPr kumimoji="1" lang="en-US" altLang="ko-KR" sz="1000" kern="0" spc="-50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tx1"/>
              </a:solidFill>
            </a:endParaRPr>
          </a:p>
          <a:p>
            <a:pPr marL="180000" indent="-180000" defTabSz="914400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Zora AI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활용 플랫폼 기반 구축 사업 시도 중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8812B77-FA2D-8412-39E0-AA3BE04A6660}"/>
              </a:ext>
            </a:extLst>
          </p:cNvPr>
          <p:cNvGrpSpPr/>
          <p:nvPr/>
        </p:nvGrpSpPr>
        <p:grpSpPr>
          <a:xfrm>
            <a:off x="415924" y="2277000"/>
            <a:ext cx="4393074" cy="864000"/>
            <a:chOff x="415924" y="2133000"/>
            <a:chExt cx="4393074" cy="864000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716D664-00AA-6736-BFDD-CBF6F4D9E3AC}"/>
                </a:ext>
              </a:extLst>
            </p:cNvPr>
            <p:cNvSpPr/>
            <p:nvPr/>
          </p:nvSpPr>
          <p:spPr>
            <a:xfrm>
              <a:off x="415924" y="2133000"/>
              <a:ext cx="792000" cy="864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조직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B55FB36-09F4-53D7-41DB-B4E7847AA5F7}"/>
                </a:ext>
              </a:extLst>
            </p:cNvPr>
            <p:cNvSpPr/>
            <p:nvPr/>
          </p:nvSpPr>
          <p:spPr>
            <a:xfrm>
              <a:off x="1281000" y="2133000"/>
              <a:ext cx="3527998" cy="86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Enterprise Technology Performance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조직과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Engineering, AI &amp; DATA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조직 통합 운영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컨설턴트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데이터 분석가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엔지니어 중심으로 약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100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명 운영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F801346-051B-5400-95BF-CA1B6F172C0B}"/>
              </a:ext>
            </a:extLst>
          </p:cNvPr>
          <p:cNvGrpSpPr/>
          <p:nvPr/>
        </p:nvGrpSpPr>
        <p:grpSpPr>
          <a:xfrm>
            <a:off x="415924" y="3289500"/>
            <a:ext cx="4393074" cy="1368000"/>
            <a:chOff x="415924" y="3145500"/>
            <a:chExt cx="4393074" cy="115200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3BA5FC0-C373-08D2-60F5-0AD7DB326320}"/>
                </a:ext>
              </a:extLst>
            </p:cNvPr>
            <p:cNvSpPr/>
            <p:nvPr/>
          </p:nvSpPr>
          <p:spPr>
            <a:xfrm>
              <a:off x="415924" y="3145500"/>
              <a:ext cx="792000" cy="11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서비스 </a:t>
              </a:r>
              <a:r>
                <a:rPr lang="ko-KR" altLang="en-US" sz="1200" b="1" spc="-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오퍼링</a:t>
              </a:r>
              <a:endParaRPr lang="ko-KR" altLang="en-US" sz="12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DA6A839-E223-2351-83C5-5FDEEF265CE7}"/>
                </a:ext>
              </a:extLst>
            </p:cNvPr>
            <p:cNvSpPr/>
            <p:nvPr/>
          </p:nvSpPr>
          <p:spPr>
            <a:xfrm>
              <a:off x="1281000" y="3145500"/>
              <a:ext cx="3527998" cy="11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금융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제조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통신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·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미디어 기업 대상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전략 </a:t>
              </a:r>
              <a:r>
                <a:rPr kumimoji="1" lang="ko-KR" altLang="en-US" sz="1000" kern="0" spc="-5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어카운트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: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삼성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LG, SK Hynix,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포스코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현대차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두산 등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Gen BI (Business Intelligence), Market Intelligence (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시장조사 등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)</a:t>
              </a: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인력 절감을 위한 인사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·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총무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·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마케팅 영역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도입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금융권 내부통제 자동화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4A42569-004B-BDDE-2B27-992FD80AC3F3}"/>
              </a:ext>
            </a:extLst>
          </p:cNvPr>
          <p:cNvGrpSpPr/>
          <p:nvPr/>
        </p:nvGrpSpPr>
        <p:grpSpPr>
          <a:xfrm>
            <a:off x="415924" y="4797000"/>
            <a:ext cx="4393074" cy="1152000"/>
            <a:chOff x="415924" y="4459200"/>
            <a:chExt cx="4393074" cy="115200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D069804-A751-EF24-50CB-C2E1F323AE3F}"/>
                </a:ext>
              </a:extLst>
            </p:cNvPr>
            <p:cNvSpPr/>
            <p:nvPr/>
          </p:nvSpPr>
          <p:spPr>
            <a:xfrm>
              <a:off x="415924" y="4459200"/>
              <a:ext cx="792000" cy="11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AI </a:t>
              </a:r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역량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6BD3A5C-102A-4146-F740-BA697E74A296}"/>
                </a:ext>
              </a:extLst>
            </p:cNvPr>
            <p:cNvSpPr/>
            <p:nvPr/>
          </p:nvSpPr>
          <p:spPr>
            <a:xfrm>
              <a:off x="1281000" y="4459200"/>
              <a:ext cx="3527998" cy="11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ENG, AI &amp; DATA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팀이 기획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데이터 엔지니어링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UI/UX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수행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자체 플랫폼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Zora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개발 중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고객 사이트에 맞춤형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플랫폼 개발 시 활용 목적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7F655B-D86F-ECF0-58A5-F5D8614F42B6}"/>
              </a:ext>
            </a:extLst>
          </p:cNvPr>
          <p:cNvSpPr/>
          <p:nvPr/>
        </p:nvSpPr>
        <p:spPr>
          <a:xfrm>
            <a:off x="6393496" y="1339124"/>
            <a:ext cx="3096085" cy="792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defTabSz="914400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금융사업부문 산하 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AI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센터로 금융권 중심으로 접근</a:t>
            </a:r>
            <a:b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</a:b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(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컨설팅본부에서는 각자 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AI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대응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)</a:t>
            </a:r>
          </a:p>
          <a:p>
            <a:pPr marL="180000" indent="-180000" defTabSz="914400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AI PI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컨설팅 대응하며</a:t>
            </a:r>
            <a:r>
              <a: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, </a:t>
            </a:r>
            <a:r>
              <a:rPr kumimoji="1" lang="ko-KR" altLang="en-US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rPr>
              <a:t>자체 솔루션이나 구축은 없음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FAF32B2-F715-93B5-69FE-FAB54BDDFC17}"/>
              </a:ext>
            </a:extLst>
          </p:cNvPr>
          <p:cNvGrpSpPr/>
          <p:nvPr/>
        </p:nvGrpSpPr>
        <p:grpSpPr>
          <a:xfrm>
            <a:off x="5097004" y="2277000"/>
            <a:ext cx="4393074" cy="864000"/>
            <a:chOff x="5097004" y="2133000"/>
            <a:chExt cx="4393074" cy="86400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94DDA3E-3D77-252D-1ACB-D8285796E6F9}"/>
                </a:ext>
              </a:extLst>
            </p:cNvPr>
            <p:cNvSpPr/>
            <p:nvPr/>
          </p:nvSpPr>
          <p:spPr>
            <a:xfrm>
              <a:off x="5097004" y="2133000"/>
              <a:ext cx="792000" cy="864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조직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6936BC3-BB7E-6FE9-6913-4822B1DA59F0}"/>
                </a:ext>
              </a:extLst>
            </p:cNvPr>
            <p:cNvSpPr/>
            <p:nvPr/>
          </p:nvSpPr>
          <p:spPr>
            <a:xfrm>
              <a:off x="5962080" y="2133000"/>
              <a:ext cx="3527998" cy="86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금융사업부문 산하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센터 설치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금융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CRM/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영업 컨설팅 조직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+ 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거버넌스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/ AICC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조직 통합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도메인 전문가인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PI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컨설턴트 중심으로 약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50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명 운영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9E19653-2BF1-6223-8F28-806EA1650401}"/>
              </a:ext>
            </a:extLst>
          </p:cNvPr>
          <p:cNvGrpSpPr/>
          <p:nvPr/>
        </p:nvGrpSpPr>
        <p:grpSpPr>
          <a:xfrm>
            <a:off x="5097004" y="3289500"/>
            <a:ext cx="4393074" cy="1368000"/>
            <a:chOff x="5097004" y="3145500"/>
            <a:chExt cx="4393074" cy="115200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808FF3F-C8CF-9B67-207D-7175A8ABB67F}"/>
                </a:ext>
              </a:extLst>
            </p:cNvPr>
            <p:cNvSpPr/>
            <p:nvPr/>
          </p:nvSpPr>
          <p:spPr>
            <a:xfrm>
              <a:off x="5097004" y="3145500"/>
              <a:ext cx="792000" cy="11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서비스 </a:t>
              </a:r>
              <a:r>
                <a:rPr lang="ko-KR" altLang="en-US" sz="1200" b="1" spc="-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오퍼링</a:t>
              </a:r>
              <a:endParaRPr lang="ko-KR" altLang="en-US" sz="1200" b="1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48" name="직사각형 2047">
              <a:extLst>
                <a:ext uri="{FF2B5EF4-FFF2-40B4-BE49-F238E27FC236}">
                  <a16:creationId xmlns:a16="http://schemas.microsoft.com/office/drawing/2014/main" id="{15714CF5-5BC8-C784-F4CC-A96722D37B0F}"/>
                </a:ext>
              </a:extLst>
            </p:cNvPr>
            <p:cNvSpPr/>
            <p:nvPr/>
          </p:nvSpPr>
          <p:spPr>
            <a:xfrm>
              <a:off x="5962080" y="3145500"/>
              <a:ext cx="3527998" cy="11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금융기관 대상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PI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및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시스템 요건 정의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Calibri" panose="020F0502020204030204" pitchFamily="34" charset="0"/>
                <a:buChar char="-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IT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자동화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sym typeface="Wingdings" panose="05000000000000000000" pitchFamily="2" charset="2"/>
                </a:rPr>
                <a:t>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sym typeface="Wingdings" panose="05000000000000000000" pitchFamily="2" charset="2"/>
                </a:rPr>
                <a:t>RPA  AI Agent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  <a:sym typeface="Wingdings" panose="05000000000000000000" pitchFamily="2" charset="2"/>
                </a:rPr>
                <a:t>기반 자동화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marL="180000" lvl="1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거버넌스 요건 정의 및 실행 프레임 설계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FB5FC12-96BE-CAF0-1D07-E1CB1EF74F89}"/>
              </a:ext>
            </a:extLst>
          </p:cNvPr>
          <p:cNvGrpSpPr/>
          <p:nvPr/>
        </p:nvGrpSpPr>
        <p:grpSpPr>
          <a:xfrm>
            <a:off x="5097004" y="4797000"/>
            <a:ext cx="4393074" cy="1152000"/>
            <a:chOff x="5097004" y="4459200"/>
            <a:chExt cx="4393074" cy="1152000"/>
          </a:xfrm>
        </p:grpSpPr>
        <p:sp>
          <p:nvSpPr>
            <p:cNvPr id="2051" name="직사각형 2050">
              <a:extLst>
                <a:ext uri="{FF2B5EF4-FFF2-40B4-BE49-F238E27FC236}">
                  <a16:creationId xmlns:a16="http://schemas.microsoft.com/office/drawing/2014/main" id="{3AE239C3-CC0F-4FF9-65B3-391ED3F6E114}"/>
                </a:ext>
              </a:extLst>
            </p:cNvPr>
            <p:cNvSpPr/>
            <p:nvPr/>
          </p:nvSpPr>
          <p:spPr>
            <a:xfrm>
              <a:off x="5097004" y="4459200"/>
              <a:ext cx="792000" cy="11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AI </a:t>
              </a:r>
              <a:r>
                <a:rPr lang="ko-KR" altLang="en-US" sz="1200" b="1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역량</a:t>
              </a:r>
            </a:p>
          </p:txBody>
        </p:sp>
        <p:sp>
          <p:nvSpPr>
            <p:cNvPr id="2053" name="직사각형 2052">
              <a:extLst>
                <a:ext uri="{FF2B5EF4-FFF2-40B4-BE49-F238E27FC236}">
                  <a16:creationId xmlns:a16="http://schemas.microsoft.com/office/drawing/2014/main" id="{9E8C4286-0812-021C-1304-53E65ED385B6}"/>
                </a:ext>
              </a:extLst>
            </p:cNvPr>
            <p:cNvSpPr/>
            <p:nvPr/>
          </p:nvSpPr>
          <p:spPr>
            <a:xfrm>
              <a:off x="5962080" y="4459200"/>
              <a:ext cx="3527998" cy="11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기획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·</a:t>
              </a:r>
              <a:r>
                <a:rPr kumimoji="1" lang="ko-KR" altLang="en-US" sz="1000" kern="0" spc="-5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설계까지만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 컨설팅 서비스를 제공하고</a:t>
              </a: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, 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구축은 안함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360000" marR="0" lvl="1" indent="-18000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rgbClr val="908D83"/>
                </a:buClr>
                <a:buSzTx/>
                <a:buFont typeface="Calibri" panose="020F0502020204030204" pitchFamily="34" charset="0"/>
                <a:buChar char="-"/>
                <a:tabLst/>
                <a:defRPr/>
              </a:pPr>
              <a:r>
                <a:rPr kumimoji="1" lang="ko-KR" altLang="en-US" sz="1000" b="0" i="0" u="none" strike="noStrike" kern="0" cap="none" spc="-50" normalizeH="0" baseline="0" noProof="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구축 프로젝트 수요가 일정치 않아 개발자 </a:t>
              </a:r>
              <a:r>
                <a:rPr kumimoji="1" lang="ko-KR" altLang="en-US" sz="1000" b="0" i="0" u="none" strike="noStrike" kern="0" cap="none" spc="-50" normalizeH="0" baseline="0" noProof="0" dirty="0" err="1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미보유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  <a:p>
              <a:pPr marL="180000" indent="-180000" defTabSz="914400" fontAlgn="base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/>
              </a:pPr>
              <a:r>
                <a:rPr kumimoji="1" lang="en-US" altLang="ko-KR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EY.ai</a:t>
              </a:r>
              <a:r>
                <a:rPr kumimoji="1" lang="ko-KR" altLang="en-US" sz="1000" kern="0" spc="-5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chemeClr val="tx1"/>
                  </a:solidFill>
                </a:rPr>
                <a:t>는 내부 업무 효율화 측면에서만 사용하고 고객에게 판매하지는 않음</a:t>
              </a:r>
              <a:endParaRPr kumimoji="1" lang="en-US" altLang="ko-KR" sz="1000" kern="0" spc="-5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04F8345E-8BB4-E6D3-8388-7ACF1DC0F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35" b="29809"/>
          <a:stretch/>
        </p:blipFill>
        <p:spPr bwMode="auto">
          <a:xfrm>
            <a:off x="5554533" y="1485000"/>
            <a:ext cx="376892" cy="38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defined">
            <a:extLst>
              <a:ext uri="{FF2B5EF4-FFF2-40B4-BE49-F238E27FC236}">
                <a16:creationId xmlns:a16="http://schemas.microsoft.com/office/drawing/2014/main" id="{DEA9DDB2-4F96-E949-29A3-2C0A370BC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99" y="1657450"/>
            <a:ext cx="849000" cy="16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6551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ype A. 화이트 모드">
  <a:themeElements>
    <a:clrScheme name="0507(최종)">
      <a:dk1>
        <a:sysClr val="windowText" lastClr="000000"/>
      </a:dk1>
      <a:lt1>
        <a:sysClr val="window" lastClr="FFFFFF"/>
      </a:lt1>
      <a:dk2>
        <a:srgbClr val="C10016"/>
      </a:dk2>
      <a:lt2>
        <a:srgbClr val="5D2A2C"/>
      </a:lt2>
      <a:accent1>
        <a:srgbClr val="908D83"/>
      </a:accent1>
      <a:accent2>
        <a:srgbClr val="FF8733"/>
      </a:accent2>
      <a:accent3>
        <a:srgbClr val="6B81A1"/>
      </a:accent3>
      <a:accent4>
        <a:srgbClr val="C3A00A"/>
      </a:accent4>
      <a:accent5>
        <a:srgbClr val="3DC0BA"/>
      </a:accent5>
      <a:accent6>
        <a:srgbClr val="6F56A0"/>
      </a:accent6>
      <a:hlink>
        <a:srgbClr val="78649B"/>
      </a:hlink>
      <a:folHlink>
        <a:srgbClr val="D9D5D1"/>
      </a:folHlink>
    </a:clrScheme>
    <a:fontScheme name="Type A 화이트 모드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 spc="-50" dirty="0">
            <a:ln>
              <a:solidFill>
                <a:schemeClr val="bg1">
                  <a:alpha val="0"/>
                </a:schemeClr>
              </a:solidFill>
            </a:ln>
            <a:solidFill>
              <a:schemeClr val="tx1">
                <a:lumMod val="85000"/>
                <a:lumOff val="1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pc="-50" dirty="0">
            <a:ln>
              <a:solidFill>
                <a:schemeClr val="bg1">
                  <a:alpha val="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프레젠테이션1" id="{FE0E8A2A-3E64-485F-882A-2A363A2AAF30}" vid="{E0741F09-29BC-44DA-846A-196DEA41D111}"/>
    </a:ext>
  </a:extLst>
</a:theme>
</file>

<file path=ppt/theme/theme2.xml><?xml version="1.0" encoding="utf-8"?>
<a:theme xmlns:a="http://schemas.openxmlformats.org/drawingml/2006/main" name="5_Type A. 화이트 모드">
  <a:themeElements>
    <a:clrScheme name="0507(최종)">
      <a:dk1>
        <a:sysClr val="windowText" lastClr="000000"/>
      </a:dk1>
      <a:lt1>
        <a:sysClr val="window" lastClr="FFFFFF"/>
      </a:lt1>
      <a:dk2>
        <a:srgbClr val="C10016"/>
      </a:dk2>
      <a:lt2>
        <a:srgbClr val="5D2A2C"/>
      </a:lt2>
      <a:accent1>
        <a:srgbClr val="908D83"/>
      </a:accent1>
      <a:accent2>
        <a:srgbClr val="FF8733"/>
      </a:accent2>
      <a:accent3>
        <a:srgbClr val="6B81A1"/>
      </a:accent3>
      <a:accent4>
        <a:srgbClr val="C3A00A"/>
      </a:accent4>
      <a:accent5>
        <a:srgbClr val="3DC0BA"/>
      </a:accent5>
      <a:accent6>
        <a:srgbClr val="6F56A0"/>
      </a:accent6>
      <a:hlink>
        <a:srgbClr val="78649B"/>
      </a:hlink>
      <a:folHlink>
        <a:srgbClr val="D9D5D1"/>
      </a:folHlink>
    </a:clrScheme>
    <a:fontScheme name="Type A 화이트 모드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 spc="-50" dirty="0">
            <a:ln>
              <a:solidFill>
                <a:schemeClr val="bg1">
                  <a:alpha val="0"/>
                </a:schemeClr>
              </a:solidFill>
            </a:ln>
            <a:solidFill>
              <a:schemeClr val="tx1">
                <a:lumMod val="85000"/>
                <a:lumOff val="1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pc="-50" dirty="0">
            <a:ln>
              <a:solidFill>
                <a:schemeClr val="bg1">
                  <a:alpha val="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프레젠테이션1" id="{FE0E8A2A-3E64-485F-882A-2A363A2AAF30}" vid="{E0741F09-29BC-44DA-846A-196DEA41D111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17643</TotalTime>
  <Words>901</Words>
  <Application>Microsoft Office PowerPoint</Application>
  <PresentationFormat>A4 용지(210x297mm)</PresentationFormat>
  <Paragraphs>104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Wingdings</vt:lpstr>
      <vt:lpstr>Type A. 화이트 모드</vt:lpstr>
      <vt:lpstr>5_Type A. 화이트 모드</vt:lpstr>
      <vt:lpstr>컨설팅펌 AI센터 동향</vt:lpstr>
      <vt:lpstr>컨설팅펌 AI센터 동향</vt:lpstr>
      <vt:lpstr>별첨. 컨설팅펌 현황</vt:lpstr>
      <vt:lpstr>별첨. 컨설팅펌 현황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seei.park (Se-Ei Park)</dc:creator>
  <cp:lastModifiedBy>changsup.lee</cp:lastModifiedBy>
  <cp:revision>3553</cp:revision>
  <cp:lastPrinted>2021-05-26T07:54:05Z</cp:lastPrinted>
  <dcterms:created xsi:type="dcterms:W3CDTF">2021-04-16T07:52:37Z</dcterms:created>
  <dcterms:modified xsi:type="dcterms:W3CDTF">2025-11-19T00:29:48Z</dcterms:modified>
</cp:coreProperties>
</file>